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7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D1D9981-DE44-5D50-984D-8722C2C15976}" name="FABIO CORGNATI" initials="FC" userId="S::Fabio.Corgnati@emeal.nttdata.com::9bab3dad-1b2f-4009-ad22-214bf0b5f2cd" providerId="AD"/>
  <p188:author id="{CD5629D8-25ED-4A0C-998F-F45A2A88AA4C}" name="Ciro Falciano" initials="CF" userId="S::ciro.falciano@emeal.nttdata.com::a717142d-32be-4965-accd-d8f49c87a95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  <a:srgbClr val="2D80D3"/>
    <a:srgbClr val="0465A6"/>
    <a:srgbClr val="D97707"/>
    <a:srgbClr val="0072CE"/>
    <a:srgbClr val="0E9488"/>
    <a:srgbClr val="0D9488"/>
    <a:srgbClr val="EA580B"/>
    <a:srgbClr val="069668"/>
    <a:srgbClr val="0D93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2BC9D0-CB04-B00A-0524-C653B9057D83}" v="228" dt="2026-03-26T15:38:53.642"/>
    <p1510:client id="{6EDE5F33-82A3-4377-A91C-7DE7BE8FC8DE}" v="11592" dt="2026-03-26T15:26:34.313"/>
    <p1510:client id="{8596E34D-BB7A-D64E-836F-3D039167F114}" v="25" dt="2026-03-26T15:45:50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6" autoAdjust="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ro Falciano" userId="S::ciro.falciano@emeal.nttdata.com::a717142d-32be-4965-accd-d8f49c87a95d" providerId="AD" clId="Web-{D94680B4-6CC1-41E9-B67A-EA9D4C084B25}"/>
    <pc:docChg chg="modSld">
      <pc:chgData name="Ciro Falciano" userId="S::ciro.falciano@emeal.nttdata.com::a717142d-32be-4965-accd-d8f49c87a95d" providerId="AD" clId="Web-{D94680B4-6CC1-41E9-B67A-EA9D4C084B25}" dt="2026-03-25T13:33:24.888" v="195" actId="1076"/>
      <pc:docMkLst>
        <pc:docMk/>
      </pc:docMkLst>
      <pc:sldChg chg="addSp delSp modSp">
        <pc:chgData name="Ciro Falciano" userId="S::ciro.falciano@emeal.nttdata.com::a717142d-32be-4965-accd-d8f49c87a95d" providerId="AD" clId="Web-{D94680B4-6CC1-41E9-B67A-EA9D4C084B25}" dt="2026-03-25T13:33:24.888" v="195" actId="1076"/>
        <pc:sldMkLst>
          <pc:docMk/>
          <pc:sldMk cId="0" sldId="264"/>
        </pc:sldMkLst>
        <pc:spChg chg="mod">
          <ac:chgData name="Ciro Falciano" userId="S::ciro.falciano@emeal.nttdata.com::a717142d-32be-4965-accd-d8f49c87a95d" providerId="AD" clId="Web-{D94680B4-6CC1-41E9-B67A-EA9D4C084B25}" dt="2026-03-25T13:01:27.460" v="49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0:50.739" v="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0:47.270" v="7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32.897" v="51" actId="1410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8:33.723" v="57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9:28.552" v="69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1:22.632" v="87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41.460" v="54" actId="1410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1:08.194" v="84" actId="20577"/>
          <ac:spMkLst>
            <pc:docMk/>
            <pc:sldMk cId="0" sldId="264"/>
            <ac:spMk id="3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0:39.321" v="153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44.007" v="55" actId="14100"/>
          <ac:spMkLst>
            <pc:docMk/>
            <pc:sldMk cId="0" sldId="264"/>
            <ac:spMk id="3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3:01.836" v="101" actId="1076"/>
          <ac:spMkLst>
            <pc:docMk/>
            <pc:sldMk cId="0" sldId="264"/>
            <ac:spMk id="4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3:29.962" v="103" actId="1076"/>
          <ac:spMkLst>
            <pc:docMk/>
            <pc:sldMk cId="0" sldId="264"/>
            <ac:spMk id="4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4:03.415" v="107" actId="1076"/>
          <ac:spMkLst>
            <pc:docMk/>
            <pc:sldMk cId="0" sldId="264"/>
            <ac:spMk id="4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1.725" v="12" actId="1076"/>
          <ac:spMkLst>
            <pc:docMk/>
            <pc:sldMk cId="0" sldId="264"/>
            <ac:spMk id="4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1.772" v="13" actId="1076"/>
          <ac:spMkLst>
            <pc:docMk/>
            <pc:sldMk cId="0" sldId="264"/>
            <ac:spMk id="5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1.803" v="14" actId="1076"/>
          <ac:spMkLst>
            <pc:docMk/>
            <pc:sldMk cId="0" sldId="264"/>
            <ac:spMk id="5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1.959" v="16" actId="1076"/>
          <ac:spMkLst>
            <pc:docMk/>
            <pc:sldMk cId="0" sldId="264"/>
            <ac:spMk id="5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18:57.508" v="109" actId="1076"/>
          <ac:spMkLst>
            <pc:docMk/>
            <pc:sldMk cId="0" sldId="264"/>
            <ac:spMk id="5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27:56.694" v="119" actId="1076"/>
          <ac:spMkLst>
            <pc:docMk/>
            <pc:sldMk cId="0" sldId="264"/>
            <ac:spMk id="5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28:00.022" v="121" actId="1076"/>
          <ac:spMkLst>
            <pc:docMk/>
            <pc:sldMk cId="0" sldId="264"/>
            <ac:spMk id="5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225" v="23" actId="1076"/>
          <ac:spMkLst>
            <pc:docMk/>
            <pc:sldMk cId="0" sldId="264"/>
            <ac:spMk id="6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256" v="24" actId="1076"/>
          <ac:spMkLst>
            <pc:docMk/>
            <pc:sldMk cId="0" sldId="264"/>
            <ac:spMk id="6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303" v="25" actId="1076"/>
          <ac:spMkLst>
            <pc:docMk/>
            <pc:sldMk cId="0" sldId="264"/>
            <ac:spMk id="6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366" v="27" actId="1076"/>
          <ac:spMkLst>
            <pc:docMk/>
            <pc:sldMk cId="0" sldId="264"/>
            <ac:spMk id="6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28:13.976" v="125" actId="1076"/>
          <ac:spMkLst>
            <pc:docMk/>
            <pc:sldMk cId="0" sldId="264"/>
            <ac:spMk id="6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0:52.196" v="155" actId="1076"/>
          <ac:spMkLst>
            <pc:docMk/>
            <pc:sldMk cId="0" sldId="264"/>
            <ac:spMk id="6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0:57.603" v="159" actId="1076"/>
          <ac:spMkLst>
            <pc:docMk/>
            <pc:sldMk cId="0" sldId="264"/>
            <ac:spMk id="6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616" v="34" actId="1076"/>
          <ac:spMkLst>
            <pc:docMk/>
            <pc:sldMk cId="0" sldId="264"/>
            <ac:spMk id="7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663" v="35" actId="1076"/>
          <ac:spMkLst>
            <pc:docMk/>
            <pc:sldMk cId="0" sldId="264"/>
            <ac:spMk id="7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694" v="36" actId="1076"/>
          <ac:spMkLst>
            <pc:docMk/>
            <pc:sldMk cId="0" sldId="264"/>
            <ac:spMk id="7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01:22.756" v="38" actId="1076"/>
          <ac:spMkLst>
            <pc:docMk/>
            <pc:sldMk cId="0" sldId="264"/>
            <ac:spMk id="7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3:24.326" v="190" actId="1076"/>
          <ac:spMkLst>
            <pc:docMk/>
            <pc:sldMk cId="0" sldId="264"/>
            <ac:spMk id="7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3:24.685" v="192" actId="1076"/>
          <ac:spMkLst>
            <pc:docMk/>
            <pc:sldMk cId="0" sldId="264"/>
            <ac:spMk id="7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3:24.873" v="194" actId="1076"/>
          <ac:spMkLst>
            <pc:docMk/>
            <pc:sldMk cId="0" sldId="264"/>
            <ac:spMk id="8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1:09.118" v="165" actId="1076"/>
          <ac:spMkLst>
            <pc:docMk/>
            <pc:sldMk cId="0" sldId="264"/>
            <ac:spMk id="85" creationId="{CCDF4A03-7864-70D0-1130-FD4C7FD481F1}"/>
          </ac:spMkLst>
        </pc:spChg>
        <pc:spChg chg="mod">
          <ac:chgData name="Ciro Falciano" userId="S::ciro.falciano@emeal.nttdata.com::a717142d-32be-4965-accd-d8f49c87a95d" providerId="AD" clId="Web-{D94680B4-6CC1-41E9-B67A-EA9D4C084B25}" dt="2026-03-25T13:31:13.634" v="167" actId="1076"/>
          <ac:spMkLst>
            <pc:docMk/>
            <pc:sldMk cId="0" sldId="264"/>
            <ac:spMk id="88" creationId="{6B8BEF2E-FFDC-8591-FEB4-27F9C5C453F0}"/>
          </ac:spMkLst>
        </pc:spChg>
        <pc:picChg chg="mod">
          <ac:chgData name="Ciro Falciano" userId="S::ciro.falciano@emeal.nttdata.com::a717142d-32be-4965-accd-d8f49c87a95d" providerId="AD" clId="Web-{D94680B4-6CC1-41E9-B67A-EA9D4C084B25}" dt="2026-03-25T13:09:02.489" v="64" actId="1076"/>
          <ac:picMkLst>
            <pc:docMk/>
            <pc:sldMk cId="0" sldId="264"/>
            <ac:picMk id="11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9:06.021" v="65" actId="1076"/>
          <ac:picMkLst>
            <pc:docMk/>
            <pc:sldMk cId="0" sldId="264"/>
            <ac:picMk id="13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9:08.802" v="66" actId="1076"/>
          <ac:picMkLst>
            <pc:docMk/>
            <pc:sldMk cId="0" sldId="264"/>
            <ac:picMk id="15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9:14.708" v="67" actId="1076"/>
          <ac:picMkLst>
            <pc:docMk/>
            <pc:sldMk cId="0" sldId="264"/>
            <ac:picMk id="22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9:17.380" v="68" actId="1076"/>
          <ac:picMkLst>
            <pc:docMk/>
            <pc:sldMk cId="0" sldId="264"/>
            <ac:picMk id="24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11:22.648" v="88" actId="1076"/>
          <ac:picMkLst>
            <pc:docMk/>
            <pc:sldMk cId="0" sldId="264"/>
            <ac:picMk id="26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10:06.740" v="76" actId="1076"/>
          <ac:picMkLst>
            <pc:docMk/>
            <pc:sldMk cId="0" sldId="264"/>
            <ac:picMk id="33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0:39.337" v="154" actId="1076"/>
          <ac:picMkLst>
            <pc:docMk/>
            <pc:sldMk cId="0" sldId="264"/>
            <ac:picMk id="35" creationId="{00000000-0000-0000-0000-000000000000}"/>
          </ac:picMkLst>
        </pc:picChg>
        <pc:picChg chg="add mod">
          <ac:chgData name="Ciro Falciano" userId="S::ciro.falciano@emeal.nttdata.com::a717142d-32be-4965-accd-d8f49c87a95d" providerId="AD" clId="Web-{D94680B4-6CC1-41E9-B67A-EA9D4C084B25}" dt="2026-03-25T13:30:57.618" v="160" actId="1076"/>
          <ac:picMkLst>
            <pc:docMk/>
            <pc:sldMk cId="0" sldId="264"/>
            <ac:picMk id="36" creationId="{E0447D7B-F12D-BCF0-D980-B0FEF8BDBF95}"/>
          </ac:picMkLst>
        </pc:picChg>
        <pc:picChg chg="add mod">
          <ac:chgData name="Ciro Falciano" userId="S::ciro.falciano@emeal.nttdata.com::a717142d-32be-4965-accd-d8f49c87a95d" providerId="AD" clId="Web-{D94680B4-6CC1-41E9-B67A-EA9D4C084B25}" dt="2026-03-25T13:30:52.212" v="156" actId="1076"/>
          <ac:picMkLst>
            <pc:docMk/>
            <pc:sldMk cId="0" sldId="264"/>
            <ac:picMk id="37" creationId="{9CB69F33-603F-D073-C6C8-C2ADB5FE6915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12:26.289" v="95" actId="1076"/>
          <ac:picMkLst>
            <pc:docMk/>
            <pc:sldMk cId="0" sldId="264"/>
            <ac:picMk id="46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13:42.228" v="105" actId="1076"/>
          <ac:picMkLst>
            <pc:docMk/>
            <pc:sldMk cId="0" sldId="264"/>
            <ac:picMk id="48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1:21.913" v="15" actId="1076"/>
          <ac:picMkLst>
            <pc:docMk/>
            <pc:sldMk cId="0" sldId="264"/>
            <ac:picMk id="52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1:22.038" v="18" actId="1076"/>
          <ac:picMkLst>
            <pc:docMk/>
            <pc:sldMk cId="0" sldId="264"/>
            <ac:picMk id="55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27:56.725" v="120" actId="1076"/>
          <ac:picMkLst>
            <pc:docMk/>
            <pc:sldMk cId="0" sldId="264"/>
            <ac:picMk id="57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28:00.038" v="122" actId="1076"/>
          <ac:picMkLst>
            <pc:docMk/>
            <pc:sldMk cId="0" sldId="264"/>
            <ac:picMk id="59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1:22.334" v="26" actId="1076"/>
          <ac:picMkLst>
            <pc:docMk/>
            <pc:sldMk cId="0" sldId="264"/>
            <ac:picMk id="63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0:15.712" v="151" actId="1076"/>
          <ac:picMkLst>
            <pc:docMk/>
            <pc:sldMk cId="0" sldId="264"/>
            <ac:picMk id="66" creationId="{00000000-0000-0000-0000-000000000000}"/>
          </ac:picMkLst>
        </pc:picChg>
        <pc:picChg chg="del mod">
          <ac:chgData name="Ciro Falciano" userId="S::ciro.falciano@emeal.nttdata.com::a717142d-32be-4965-accd-d8f49c87a95d" providerId="AD" clId="Web-{D94680B4-6CC1-41E9-B67A-EA9D4C084B25}" dt="2026-03-25T13:29:59.430" v="146"/>
          <ac:picMkLst>
            <pc:docMk/>
            <pc:sldMk cId="0" sldId="264"/>
            <ac:picMk id="68" creationId="{00000000-0000-0000-0000-000000000000}"/>
          </ac:picMkLst>
        </pc:picChg>
        <pc:picChg chg="del mod">
          <ac:chgData name="Ciro Falciano" userId="S::ciro.falciano@emeal.nttdata.com::a717142d-32be-4965-accd-d8f49c87a95d" providerId="AD" clId="Web-{D94680B4-6CC1-41E9-B67A-EA9D4C084B25}" dt="2026-03-25T13:29:33.242" v="140"/>
          <ac:picMkLst>
            <pc:docMk/>
            <pc:sldMk cId="0" sldId="264"/>
            <ac:picMk id="70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01:22.725" v="37" actId="1076"/>
          <ac:picMkLst>
            <pc:docMk/>
            <pc:sldMk cId="0" sldId="264"/>
            <ac:picMk id="74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3:24.498" v="191" actId="1076"/>
          <ac:picMkLst>
            <pc:docMk/>
            <pc:sldMk cId="0" sldId="264"/>
            <ac:picMk id="77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3:24.701" v="193" actId="1076"/>
          <ac:picMkLst>
            <pc:docMk/>
            <pc:sldMk cId="0" sldId="264"/>
            <ac:picMk id="79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3:24.888" v="195" actId="1076"/>
          <ac:picMkLst>
            <pc:docMk/>
            <pc:sldMk cId="0" sldId="264"/>
            <ac:picMk id="81" creationId="{00000000-0000-0000-0000-000000000000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1:09.150" v="166" actId="1076"/>
          <ac:picMkLst>
            <pc:docMk/>
            <pc:sldMk cId="0" sldId="264"/>
            <ac:picMk id="87" creationId="{5D353FBD-C80B-10E5-1AE1-0411F1F72AA8}"/>
          </ac:picMkLst>
        </pc:picChg>
        <pc:picChg chg="mod">
          <ac:chgData name="Ciro Falciano" userId="S::ciro.falciano@emeal.nttdata.com::a717142d-32be-4965-accd-d8f49c87a95d" providerId="AD" clId="Web-{D94680B4-6CC1-41E9-B67A-EA9D4C084B25}" dt="2026-03-25T13:31:13.650" v="168" actId="1076"/>
          <ac:picMkLst>
            <pc:docMk/>
            <pc:sldMk cId="0" sldId="264"/>
            <ac:picMk id="89" creationId="{60020269-FFB8-7F16-3428-8306EBA4A565}"/>
          </ac:picMkLst>
        </pc:picChg>
      </pc:sldChg>
    </pc:docChg>
  </pc:docChgLst>
  <pc:docChgLst>
    <pc:chgData name="Ciro Falciano" userId="S::ciro.falciano@emeal.nttdata.com::a717142d-32be-4965-accd-d8f49c87a95d" providerId="AD" clId="Web-{5AB91986-858F-9A9C-2FEE-6500061E22FD}"/>
    <pc:docChg chg="modSld">
      <pc:chgData name="Ciro Falciano" userId="S::ciro.falciano@emeal.nttdata.com::a717142d-32be-4965-accd-d8f49c87a95d" providerId="AD" clId="Web-{5AB91986-858F-9A9C-2FEE-6500061E22FD}" dt="2026-03-20T15:29:28.053" v="585" actId="1076"/>
      <pc:docMkLst>
        <pc:docMk/>
      </pc:docMkLst>
    </pc:docChg>
  </pc:docChgLst>
  <pc:docChgLst>
    <pc:chgData name="FABIO CORGNATI" userId="9bab3dad-1b2f-4009-ad22-214bf0b5f2cd" providerId="ADAL" clId="{0049896A-D6FE-4F4E-800C-345AAA5891F9}"/>
    <pc:docChg chg="undo redo custSel addSld delSld modSld">
      <pc:chgData name="FABIO CORGNATI" userId="9bab3dad-1b2f-4009-ad22-214bf0b5f2cd" providerId="ADAL" clId="{0049896A-D6FE-4F4E-800C-345AAA5891F9}" dt="2026-03-26T16:49:42.028" v="12635" actId="47"/>
      <pc:docMkLst>
        <pc:docMk/>
      </pc:docMkLst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56"/>
        </pc:sldMkLst>
        <pc:spChg chg="mod">
          <ac:chgData name="FABIO CORGNATI" userId="9bab3dad-1b2f-4009-ad22-214bf0b5f2cd" providerId="ADAL" clId="{0049896A-D6FE-4F4E-800C-345AAA5891F9}" dt="2026-03-25T10:34:07.622" v="320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4:27.446" v="326" actId="6549"/>
          <ac:spMkLst>
            <pc:docMk/>
            <pc:sldMk cId="0" sldId="256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4:32.906" v="327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57"/>
        </pc:sldMkLst>
        <pc:spChg chg="mod">
          <ac:chgData name="FABIO CORGNATI" userId="9bab3dad-1b2f-4009-ad22-214bf0b5f2cd" providerId="ADAL" clId="{0049896A-D6FE-4F4E-800C-345AAA5891F9}" dt="2026-03-25T10:35:46.365" v="328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5:59.523" v="329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6:11.013" v="330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6:38.391" v="332"/>
          <ac:spMkLst>
            <pc:docMk/>
            <pc:sldMk cId="0" sldId="257"/>
            <ac:spMk id="32" creationId="{00000000-0000-0000-0000-000000000000}"/>
          </ac:spMkLst>
        </pc:spChg>
        <pc:picChg chg="mod">
          <ac:chgData name="FABIO CORGNATI" userId="9bab3dad-1b2f-4009-ad22-214bf0b5f2cd" providerId="ADAL" clId="{0049896A-D6FE-4F4E-800C-345AAA5891F9}" dt="2026-03-26T15:19:00.079" v="12493" actId="1076"/>
          <ac:picMkLst>
            <pc:docMk/>
            <pc:sldMk cId="0" sldId="257"/>
            <ac:picMk id="31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5:19:07.343" v="12497" actId="1076"/>
          <ac:picMkLst>
            <pc:docMk/>
            <pc:sldMk cId="0" sldId="257"/>
            <ac:picMk id="33" creationId="{00000000-0000-0000-0000-000000000000}"/>
          </ac:picMkLst>
        </pc:pic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58"/>
        </pc:sldMkLst>
        <pc:spChg chg="mod">
          <ac:chgData name="FABIO CORGNATI" userId="9bab3dad-1b2f-4009-ad22-214bf0b5f2cd" providerId="ADAL" clId="{0049896A-D6FE-4F4E-800C-345AAA5891F9}" dt="2026-03-26T15:21:22.702" v="1257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8:48.140" v="349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7:37.452" v="342" actId="14100"/>
          <ac:spMkLst>
            <pc:docMk/>
            <pc:sldMk cId="0" sldId="258"/>
            <ac:spMk id="16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5:19:34.250" v="12500" actId="478"/>
          <ac:spMkLst>
            <pc:docMk/>
            <pc:sldMk cId="0" sldId="258"/>
            <ac:spMk id="1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7:32.550" v="341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38:05.774" v="344"/>
          <ac:spMkLst>
            <pc:docMk/>
            <pc:sldMk cId="0" sldId="258"/>
            <ac:spMk id="32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6T15:21:57.041" v="12586" actId="1076"/>
          <ac:spMkLst>
            <pc:docMk/>
            <pc:sldMk cId="0" sldId="258"/>
            <ac:spMk id="83" creationId="{012A2D5B-6A40-A310-5996-F9F1FB2A40FA}"/>
          </ac:spMkLst>
        </pc:sp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59"/>
        </pc:sldMkLst>
        <pc:spChg chg="mod">
          <ac:chgData name="FABIO CORGNATI" userId="9bab3dad-1b2f-4009-ad22-214bf0b5f2cd" providerId="ADAL" clId="{0049896A-D6FE-4F4E-800C-345AAA5891F9}" dt="2026-03-25T10:39:29.546" v="36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2:35.706" v="425" actId="11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0:39.659" v="384" actId="113"/>
          <ac:spMkLst>
            <pc:docMk/>
            <pc:sldMk cId="0" sldId="259"/>
            <ac:spMk id="2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3:03.849" v="430" actId="113"/>
          <ac:spMkLst>
            <pc:docMk/>
            <pc:sldMk cId="0" sldId="259"/>
            <ac:spMk id="3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3:25.743" v="437" actId="20577"/>
          <ac:spMkLst>
            <pc:docMk/>
            <pc:sldMk cId="0" sldId="259"/>
            <ac:spMk id="3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3:40.559" v="438" actId="113"/>
          <ac:spMkLst>
            <pc:docMk/>
            <pc:sldMk cId="0" sldId="259"/>
            <ac:spMk id="4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4:07.323" v="439" actId="113"/>
          <ac:spMkLst>
            <pc:docMk/>
            <pc:sldMk cId="0" sldId="259"/>
            <ac:spMk id="4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4:26.813" v="440" actId="113"/>
          <ac:spMkLst>
            <pc:docMk/>
            <pc:sldMk cId="0" sldId="259"/>
            <ac:spMk id="4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5:18.461" v="478" actId="113"/>
          <ac:spMkLst>
            <pc:docMk/>
            <pc:sldMk cId="0" sldId="259"/>
            <ac:spMk id="5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5:34.247" v="479" actId="20577"/>
          <ac:spMkLst>
            <pc:docMk/>
            <pc:sldMk cId="0" sldId="259"/>
            <ac:spMk id="5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6:12.192" v="497" actId="20577"/>
          <ac:spMkLst>
            <pc:docMk/>
            <pc:sldMk cId="0" sldId="259"/>
            <ac:spMk id="56" creationId="{00000000-0000-0000-0000-000000000000}"/>
          </ac:spMkLst>
        </pc:spChg>
        <pc:spChg chg="add del mod">
          <ac:chgData name="FABIO CORGNATI" userId="9bab3dad-1b2f-4009-ad22-214bf0b5f2cd" providerId="ADAL" clId="{0049896A-D6FE-4F4E-800C-345AAA5891F9}" dt="2026-03-26T16:09:24.897" v="12609" actId="14100"/>
          <ac:spMkLst>
            <pc:docMk/>
            <pc:sldMk cId="0" sldId="259"/>
            <ac:spMk id="5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7:12.478" v="541" actId="14100"/>
          <ac:spMkLst>
            <pc:docMk/>
            <pc:sldMk cId="0" sldId="259"/>
            <ac:spMk id="60" creationId="{00000000-0000-0000-0000-000000000000}"/>
          </ac:spMkLst>
        </pc:sp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0"/>
        </pc:sldMkLst>
        <pc:spChg chg="mod">
          <ac:chgData name="FABIO CORGNATI" userId="9bab3dad-1b2f-4009-ad22-214bf0b5f2cd" providerId="ADAL" clId="{0049896A-D6FE-4F4E-800C-345AAA5891F9}" dt="2026-03-25T10:49:17.649" v="559" actId="11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7:53.664" v="548" actId="11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49:01.843" v="553" actId="11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0:27.690" v="571" actId="2057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0:34.194" v="572" actId="20577"/>
          <ac:spMkLst>
            <pc:docMk/>
            <pc:sldMk cId="0" sldId="260"/>
            <ac:spMk id="38" creationId="{00000000-0000-0000-0000-000000000000}"/>
          </ac:spMkLst>
        </pc:sp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1"/>
        </pc:sldMkLst>
        <pc:spChg chg="mod">
          <ac:chgData name="FABIO CORGNATI" userId="9bab3dad-1b2f-4009-ad22-214bf0b5f2cd" providerId="ADAL" clId="{0049896A-D6FE-4F4E-800C-345AAA5891F9}" dt="2026-03-25T10:51:00.197" v="580" actId="6549"/>
          <ac:spMkLst>
            <pc:docMk/>
            <pc:sldMk cId="0" sldId="261"/>
            <ac:spMk id="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1:34.474" v="602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2:00.391" v="609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2:52.442" v="61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3:39.947" v="63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4:31.855" v="645" actId="2057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9:12.377" v="698" actId="20577"/>
          <ac:spMkLst>
            <pc:docMk/>
            <pc:sldMk cId="0" sldId="261"/>
            <ac:spMk id="4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8:13.921" v="692" actId="14100"/>
          <ac:spMkLst>
            <pc:docMk/>
            <pc:sldMk cId="0" sldId="261"/>
            <ac:spMk id="4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9:16.448" v="706" actId="20577"/>
          <ac:spMkLst>
            <pc:docMk/>
            <pc:sldMk cId="0" sldId="261"/>
            <ac:spMk id="5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9:37.177" v="729" actId="20577"/>
          <ac:spMkLst>
            <pc:docMk/>
            <pc:sldMk cId="0" sldId="261"/>
            <ac:spMk id="5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0:59:56.044" v="743" actId="20577"/>
          <ac:spMkLst>
            <pc:docMk/>
            <pc:sldMk cId="0" sldId="261"/>
            <ac:spMk id="56" creationId="{00000000-0000-0000-0000-000000000000}"/>
          </ac:spMkLst>
        </pc:spChg>
        <pc:picChg chg="mod">
          <ac:chgData name="FABIO CORGNATI" userId="9bab3dad-1b2f-4009-ad22-214bf0b5f2cd" providerId="ADAL" clId="{0049896A-D6FE-4F4E-800C-345AAA5891F9}" dt="2026-03-25T10:55:08.861" v="652" actId="14100"/>
          <ac:picMkLst>
            <pc:docMk/>
            <pc:sldMk cId="0" sldId="261"/>
            <ac:picMk id="41" creationId="{00000000-0000-0000-0000-000000000000}"/>
          </ac:picMkLst>
        </pc:pic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2"/>
        </pc:sldMkLst>
        <pc:spChg chg="mod">
          <ac:chgData name="FABIO CORGNATI" userId="9bab3dad-1b2f-4009-ad22-214bf0b5f2cd" providerId="ADAL" clId="{0049896A-D6FE-4F4E-800C-345AAA5891F9}" dt="2026-03-25T11:00:32.384" v="745" actId="11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2:10.581" v="774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1:19.533" v="752" actId="113"/>
          <ac:spMkLst>
            <pc:docMk/>
            <pc:sldMk cId="0" sldId="262"/>
            <ac:spMk id="2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1:56.060" v="772" actId="20577"/>
          <ac:spMkLst>
            <pc:docMk/>
            <pc:sldMk cId="0" sldId="262"/>
            <ac:spMk id="2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2:47.275" v="802" actId="20577"/>
          <ac:spMkLst>
            <pc:docMk/>
            <pc:sldMk cId="0" sldId="262"/>
            <ac:spMk id="34" creationId="{00000000-0000-0000-0000-000000000000}"/>
          </ac:spMkLst>
        </pc:spChg>
      </pc:sldChg>
      <pc:sldChg chg="delSp modSp del mod">
        <pc:chgData name="FABIO CORGNATI" userId="9bab3dad-1b2f-4009-ad22-214bf0b5f2cd" providerId="ADAL" clId="{0049896A-D6FE-4F4E-800C-345AAA5891F9}" dt="2026-03-26T13:49:23.883" v="11036" actId="47"/>
        <pc:sldMkLst>
          <pc:docMk/>
          <pc:sldMk cId="0" sldId="263"/>
        </pc:sldMkLst>
        <pc:spChg chg="del mod">
          <ac:chgData name="FABIO CORGNATI" userId="9bab3dad-1b2f-4009-ad22-214bf0b5f2cd" providerId="ADAL" clId="{0049896A-D6FE-4F4E-800C-345AAA5891F9}" dt="2026-03-26T11:31:37.138" v="8450" actId="478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38.041" v="8451" actId="478"/>
          <ac:spMkLst>
            <pc:docMk/>
            <pc:sldMk cId="0" sldId="263"/>
            <ac:spMk id="6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35.004" v="8448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36.097" v="8449" actId="478"/>
          <ac:spMkLst>
            <pc:docMk/>
            <pc:sldMk cId="0" sldId="263"/>
            <ac:spMk id="8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41.838" v="8456" actId="478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51.898" v="8468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53.158" v="8469" actId="478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50.105" v="8466" actId="478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3:28:52.155" v="9808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1:31:30.319" v="8447" actId="478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29.171" v="8446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1:31:25.388" v="8444" actId="478"/>
          <ac:spMkLst>
            <pc:docMk/>
            <pc:sldMk cId="0" sldId="263"/>
            <ac:spMk id="27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26.892" v="8445" actId="47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25:26.957" v="956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25:30.114" v="9567" actId="20577"/>
          <ac:spMkLst>
            <pc:docMk/>
            <pc:sldMk cId="0" sldId="263"/>
            <ac:spMk id="36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3:28:49.121" v="9806" actId="478"/>
          <ac:spMkLst>
            <pc:docMk/>
            <pc:sldMk cId="0" sldId="263"/>
            <ac:spMk id="39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3:28:50.394" v="9807" actId="478"/>
          <ac:spMkLst>
            <pc:docMk/>
            <pc:sldMk cId="0" sldId="263"/>
            <ac:spMk id="44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3:49:16.876" v="11035" actId="478"/>
          <ac:spMkLst>
            <pc:docMk/>
            <pc:sldMk cId="0" sldId="263"/>
            <ac:spMk id="46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3:49:10.420" v="11032" actId="478"/>
          <ac:spMkLst>
            <pc:docMk/>
            <pc:sldMk cId="0" sldId="263"/>
            <ac:spMk id="50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3:49:16.182" v="11034" actId="478"/>
          <ac:spMkLst>
            <pc:docMk/>
            <pc:sldMk cId="0" sldId="263"/>
            <ac:spMk id="51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38.674" v="8452" actId="478"/>
          <ac:spMkLst>
            <pc:docMk/>
            <pc:sldMk cId="0" sldId="263"/>
            <ac:spMk id="59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1:31:56.104" v="8472" actId="478"/>
          <ac:spMkLst>
            <pc:docMk/>
            <pc:sldMk cId="0" sldId="263"/>
            <ac:spMk id="61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57.910" v="8474" actId="478"/>
          <ac:spMkLst>
            <pc:docMk/>
            <pc:sldMk cId="0" sldId="263"/>
            <ac:spMk id="63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59.636" v="8476" actId="478"/>
          <ac:spMkLst>
            <pc:docMk/>
            <pc:sldMk cId="0" sldId="263"/>
            <ac:spMk id="65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1:31:44.082" v="8458" actId="478"/>
          <ac:spMkLst>
            <pc:docMk/>
            <pc:sldMk cId="0" sldId="263"/>
            <ac:spMk id="67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1:31:45.622" v="8460" actId="478"/>
          <ac:spMkLst>
            <pc:docMk/>
            <pc:sldMk cId="0" sldId="263"/>
            <ac:spMk id="69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46.979" v="8462" actId="478"/>
          <ac:spMkLst>
            <pc:docMk/>
            <pc:sldMk cId="0" sldId="263"/>
            <ac:spMk id="71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1:48.489" v="8464" actId="478"/>
          <ac:spMkLst>
            <pc:docMk/>
            <pc:sldMk cId="0" sldId="263"/>
            <ac:spMk id="73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1:32:00.914" v="8478" actId="478"/>
          <ac:spMkLst>
            <pc:docMk/>
            <pc:sldMk cId="0" sldId="263"/>
            <ac:spMk id="75" creationId="{00000000-0000-0000-0000-000000000000}"/>
          </ac:spMkLst>
        </pc:spChg>
        <pc:picChg chg="del mod">
          <ac:chgData name="FABIO CORGNATI" userId="9bab3dad-1b2f-4009-ad22-214bf0b5f2cd" providerId="ADAL" clId="{0049896A-D6FE-4F4E-800C-345AAA5891F9}" dt="2026-03-26T11:31:42.748" v="8457" actId="478"/>
          <ac:picMkLst>
            <pc:docMk/>
            <pc:sldMk cId="0" sldId="263"/>
            <ac:picMk id="4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40.396" v="8454" actId="478"/>
          <ac:picMkLst>
            <pc:docMk/>
            <pc:sldMk cId="0" sldId="263"/>
            <ac:picMk id="9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55.280" v="8471" actId="478"/>
          <ac:picMkLst>
            <pc:docMk/>
            <pc:sldMk cId="0" sldId="263"/>
            <ac:picMk id="11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50.781" v="8467" actId="478"/>
          <ac:picMkLst>
            <pc:docMk/>
            <pc:sldMk cId="0" sldId="263"/>
            <ac:picMk id="13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54.171" v="8470" actId="478"/>
          <ac:picMkLst>
            <pc:docMk/>
            <pc:sldMk cId="0" sldId="263"/>
            <ac:picMk id="15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39.351" v="8453" actId="478"/>
          <ac:picMkLst>
            <pc:docMk/>
            <pc:sldMk cId="0" sldId="263"/>
            <ac:picMk id="58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56.888" v="8473" actId="478"/>
          <ac:picMkLst>
            <pc:docMk/>
            <pc:sldMk cId="0" sldId="263"/>
            <ac:picMk id="60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58.607" v="8475" actId="478"/>
          <ac:picMkLst>
            <pc:docMk/>
            <pc:sldMk cId="0" sldId="263"/>
            <ac:picMk id="62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2:00.157" v="8477" actId="478"/>
          <ac:picMkLst>
            <pc:docMk/>
            <pc:sldMk cId="0" sldId="263"/>
            <ac:picMk id="64" creationId="{00000000-0000-0000-0000-000000000000}"/>
          </ac:picMkLst>
        </pc:picChg>
        <pc:picChg chg="del mod">
          <ac:chgData name="FABIO CORGNATI" userId="9bab3dad-1b2f-4009-ad22-214bf0b5f2cd" providerId="ADAL" clId="{0049896A-D6FE-4F4E-800C-345AAA5891F9}" dt="2026-03-26T11:31:44.782" v="8459" actId="478"/>
          <ac:picMkLst>
            <pc:docMk/>
            <pc:sldMk cId="0" sldId="263"/>
            <ac:picMk id="66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46.252" v="8461" actId="478"/>
          <ac:picMkLst>
            <pc:docMk/>
            <pc:sldMk cId="0" sldId="263"/>
            <ac:picMk id="68" creationId="{00000000-0000-0000-0000-000000000000}"/>
          </ac:picMkLst>
        </pc:picChg>
        <pc:picChg chg="del">
          <ac:chgData name="FABIO CORGNATI" userId="9bab3dad-1b2f-4009-ad22-214bf0b5f2cd" providerId="ADAL" clId="{0049896A-D6FE-4F4E-800C-345AAA5891F9}" dt="2026-03-26T11:31:47.827" v="8463" actId="478"/>
          <ac:picMkLst>
            <pc:docMk/>
            <pc:sldMk cId="0" sldId="263"/>
            <ac:picMk id="70" creationId="{00000000-0000-0000-0000-000000000000}"/>
          </ac:picMkLst>
        </pc:picChg>
        <pc:picChg chg="del mod">
          <ac:chgData name="FABIO CORGNATI" userId="9bab3dad-1b2f-4009-ad22-214bf0b5f2cd" providerId="ADAL" clId="{0049896A-D6FE-4F4E-800C-345AAA5891F9}" dt="2026-03-26T11:31:49.104" v="8465" actId="478"/>
          <ac:picMkLst>
            <pc:docMk/>
            <pc:sldMk cId="0" sldId="263"/>
            <ac:picMk id="72" creationId="{00000000-0000-0000-0000-000000000000}"/>
          </ac:picMkLst>
        </pc:picChg>
        <pc:picChg chg="del mod">
          <ac:chgData name="FABIO CORGNATI" userId="9bab3dad-1b2f-4009-ad22-214bf0b5f2cd" providerId="ADAL" clId="{0049896A-D6FE-4F4E-800C-345AAA5891F9}" dt="2026-03-26T11:32:01.524" v="8479" actId="478"/>
          <ac:picMkLst>
            <pc:docMk/>
            <pc:sldMk cId="0" sldId="263"/>
            <ac:picMk id="74" creationId="{00000000-0000-0000-0000-000000000000}"/>
          </ac:picMkLst>
        </pc:pic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4"/>
        </pc:sldMkLst>
        <pc:spChg chg="mod">
          <ac:chgData name="FABIO CORGNATI" userId="9bab3dad-1b2f-4009-ad22-214bf0b5f2cd" providerId="ADAL" clId="{0049896A-D6FE-4F4E-800C-345AAA5891F9}" dt="2026-03-25T11:04:16.711" v="812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4:36.904" v="822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6:46.641" v="900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8:28.997" v="1574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09:00.835" v="1063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1:48.195" v="1182" actId="21"/>
          <ac:spMkLst>
            <pc:docMk/>
            <pc:sldMk cId="0" sldId="264"/>
            <ac:spMk id="23" creationId="{00000000-0000-0000-0000-000000000000}"/>
          </ac:spMkLst>
        </pc:spChg>
        <pc:spChg chg="mod ord">
          <ac:chgData name="FABIO CORGNATI" userId="9bab3dad-1b2f-4009-ad22-214bf0b5f2cd" providerId="ADAL" clId="{0049896A-D6FE-4F4E-800C-345AAA5891F9}" dt="2026-03-25T11:14:19.286" v="1297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3:49.362" v="1293" actId="20577"/>
          <ac:spMkLst>
            <pc:docMk/>
            <pc:sldMk cId="0" sldId="264"/>
            <ac:spMk id="3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7:55.688" v="1515" actId="20577"/>
          <ac:spMkLst>
            <pc:docMk/>
            <pc:sldMk cId="0" sldId="264"/>
            <ac:spMk id="34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5T11:17:23.865" v="1479" actId="478"/>
          <ac:spMkLst>
            <pc:docMk/>
            <pc:sldMk cId="0" sldId="264"/>
            <ac:spMk id="3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6:31.389" v="1416" actId="14100"/>
          <ac:spMkLst>
            <pc:docMk/>
            <pc:sldMk cId="0" sldId="264"/>
            <ac:spMk id="4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6:10.645" v="1391" actId="20577"/>
          <ac:spMkLst>
            <pc:docMk/>
            <pc:sldMk cId="0" sldId="264"/>
            <ac:spMk id="4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8:08.336" v="1525" actId="20577"/>
          <ac:spMkLst>
            <pc:docMk/>
            <pc:sldMk cId="0" sldId="264"/>
            <ac:spMk id="5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8:41.498" v="1586" actId="20577"/>
          <ac:spMkLst>
            <pc:docMk/>
            <pc:sldMk cId="0" sldId="264"/>
            <ac:spMk id="5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8:59.158" v="1600" actId="20577"/>
          <ac:spMkLst>
            <pc:docMk/>
            <pc:sldMk cId="0" sldId="264"/>
            <ac:spMk id="6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19:05.973" v="1610" actId="20577"/>
          <ac:spMkLst>
            <pc:docMk/>
            <pc:sldMk cId="0" sldId="264"/>
            <ac:spMk id="6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1:22:26.125" v="1823" actId="20577"/>
          <ac:spMkLst>
            <pc:docMk/>
            <pc:sldMk cId="0" sldId="264"/>
            <ac:spMk id="76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5T11:20:44.586" v="1738" actId="20577"/>
          <ac:spMkLst>
            <pc:docMk/>
            <pc:sldMk cId="0" sldId="264"/>
            <ac:spMk id="85" creationId="{CCDF4A03-7864-70D0-1130-FD4C7FD481F1}"/>
          </ac:spMkLst>
        </pc:spChg>
        <pc:spChg chg="add mod">
          <ac:chgData name="FABIO CORGNATI" userId="9bab3dad-1b2f-4009-ad22-214bf0b5f2cd" providerId="ADAL" clId="{0049896A-D6FE-4F4E-800C-345AAA5891F9}" dt="2026-03-25T11:20:36.116" v="1734" actId="20577"/>
          <ac:spMkLst>
            <pc:docMk/>
            <pc:sldMk cId="0" sldId="264"/>
            <ac:spMk id="88" creationId="{6B8BEF2E-FFDC-8591-FEB4-27F9C5C453F0}"/>
          </ac:spMkLst>
        </pc:spChg>
        <pc:picChg chg="mod ord">
          <ac:chgData name="FABIO CORGNATI" userId="9bab3dad-1b2f-4009-ad22-214bf0b5f2cd" providerId="ADAL" clId="{0049896A-D6FE-4F4E-800C-345AAA5891F9}" dt="2026-03-25T11:14:19.286" v="1297" actId="1076"/>
          <ac:picMkLst>
            <pc:docMk/>
            <pc:sldMk cId="0" sldId="264"/>
            <ac:picMk id="26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5T11:12:23.922" v="1190" actId="1076"/>
          <ac:picMkLst>
            <pc:docMk/>
            <pc:sldMk cId="0" sldId="264"/>
            <ac:picMk id="33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5T11:14:27.055" v="1298" actId="1076"/>
          <ac:picMkLst>
            <pc:docMk/>
            <pc:sldMk cId="0" sldId="264"/>
            <ac:picMk id="35" creationId="{00000000-0000-0000-0000-000000000000}"/>
          </ac:picMkLst>
        </pc:picChg>
        <pc:picChg chg="del mod">
          <ac:chgData name="FABIO CORGNATI" userId="9bab3dad-1b2f-4009-ad22-214bf0b5f2cd" providerId="ADAL" clId="{0049896A-D6FE-4F4E-800C-345AAA5891F9}" dt="2026-03-25T11:17:23.865" v="1479" actId="478"/>
          <ac:picMkLst>
            <pc:docMk/>
            <pc:sldMk cId="0" sldId="264"/>
            <ac:picMk id="37" creationId="{00000000-0000-0000-0000-000000000000}"/>
          </ac:picMkLst>
        </pc:picChg>
        <pc:picChg chg="add mod">
          <ac:chgData name="FABIO CORGNATI" userId="9bab3dad-1b2f-4009-ad22-214bf0b5f2cd" providerId="ADAL" clId="{0049896A-D6FE-4F4E-800C-345AAA5891F9}" dt="2026-03-25T11:19:35.750" v="1612" actId="1076"/>
          <ac:picMkLst>
            <pc:docMk/>
            <pc:sldMk cId="0" sldId="264"/>
            <ac:picMk id="87" creationId="{5D353FBD-C80B-10E5-1AE1-0411F1F72AA8}"/>
          </ac:picMkLst>
        </pc:picChg>
        <pc:picChg chg="add mod">
          <ac:chgData name="FABIO CORGNATI" userId="9bab3dad-1b2f-4009-ad22-214bf0b5f2cd" providerId="ADAL" clId="{0049896A-D6FE-4F4E-800C-345AAA5891F9}" dt="2026-03-25T11:20:10.214" v="1683" actId="1076"/>
          <ac:picMkLst>
            <pc:docMk/>
            <pc:sldMk cId="0" sldId="264"/>
            <ac:picMk id="89" creationId="{60020269-FFB8-7F16-3428-8306EBA4A565}"/>
          </ac:picMkLst>
        </pc:pic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5"/>
        </pc:sldMkLst>
        <pc:spChg chg="mod">
          <ac:chgData name="FABIO CORGNATI" userId="9bab3dad-1b2f-4009-ad22-214bf0b5f2cd" providerId="ADAL" clId="{0049896A-D6FE-4F4E-800C-345AAA5891F9}" dt="2026-03-26T15:02:15.675" v="12183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15.675" v="12183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15.675" v="12183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6:23:16.498" v="1855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2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09:19:13.065" v="2679" actId="107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45.184" v="12421" actId="103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41.685" v="12420" actId="107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45.184" v="12421" actId="1037"/>
          <ac:spMkLst>
            <pc:docMk/>
            <pc:sldMk cId="0" sldId="265"/>
            <ac:spMk id="3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24.595" v="12184" actId="1076"/>
          <ac:spMkLst>
            <pc:docMk/>
            <pc:sldMk cId="0" sldId="265"/>
            <ac:spMk id="4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24.595" v="12184" actId="1076"/>
          <ac:spMkLst>
            <pc:docMk/>
            <pc:sldMk cId="0" sldId="265"/>
            <ac:spMk id="4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24.595" v="12184" actId="1076"/>
          <ac:spMkLst>
            <pc:docMk/>
            <pc:sldMk cId="0" sldId="265"/>
            <ac:spMk id="4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6:27:41.498" v="1953"/>
          <ac:spMkLst>
            <pc:docMk/>
            <pc:sldMk cId="0" sldId="265"/>
            <ac:spMk id="4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29.210" v="12230" actId="1076"/>
          <ac:spMkLst>
            <pc:docMk/>
            <pc:sldMk cId="0" sldId="265"/>
            <ac:spMk id="5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29.210" v="12230" actId="107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29.210" v="12230" actId="1076"/>
          <ac:spMkLst>
            <pc:docMk/>
            <pc:sldMk cId="0" sldId="265"/>
            <ac:spMk id="5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19.567" v="12403" actId="1076"/>
          <ac:spMkLst>
            <pc:docMk/>
            <pc:sldMk cId="0" sldId="265"/>
            <ac:spMk id="5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19.567" v="12403" actId="1076"/>
          <ac:spMkLst>
            <pc:docMk/>
            <pc:sldMk cId="0" sldId="265"/>
            <ac:spMk id="5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31.146" v="12405" actId="1038"/>
          <ac:spMkLst>
            <pc:docMk/>
            <pc:sldMk cId="0" sldId="265"/>
            <ac:spMk id="6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58:37.053" v="12090" actId="14100"/>
          <ac:spMkLst>
            <pc:docMk/>
            <pc:sldMk cId="0" sldId="265"/>
            <ac:spMk id="6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59.115" v="12423" actId="1076"/>
          <ac:spMkLst>
            <pc:docMk/>
            <pc:sldMk cId="0" sldId="265"/>
            <ac:spMk id="6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59.115" v="12423" actId="1076"/>
          <ac:spMkLst>
            <pc:docMk/>
            <pc:sldMk cId="0" sldId="265"/>
            <ac:spMk id="6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1:59.115" v="12423" actId="1076"/>
          <ac:spMkLst>
            <pc:docMk/>
            <pc:sldMk cId="0" sldId="265"/>
            <ac:spMk id="6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6:49:46.215" v="2419" actId="14100"/>
          <ac:spMkLst>
            <pc:docMk/>
            <pc:sldMk cId="0" sldId="265"/>
            <ac:spMk id="6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2:34.232" v="12185" actId="1076"/>
          <ac:spMkLst>
            <pc:docMk/>
            <pc:sldMk cId="0" sldId="265"/>
            <ac:spMk id="74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5T17:01:33.133" v="2558" actId="478"/>
          <ac:spMkLst>
            <pc:docMk/>
            <pc:sldMk cId="0" sldId="265"/>
            <ac:spMk id="75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75" creationId="{C134133F-CD43-A980-AD9F-47C279161989}"/>
          </ac:spMkLst>
        </pc:spChg>
        <pc:spChg chg="mod">
          <ac:chgData name="FABIO CORGNATI" userId="9bab3dad-1b2f-4009-ad22-214bf0b5f2cd" providerId="ADAL" clId="{0049896A-D6FE-4F4E-800C-345AAA5891F9}" dt="2026-03-26T15:02:34.232" v="12185" actId="1076"/>
          <ac:spMkLst>
            <pc:docMk/>
            <pc:sldMk cId="0" sldId="265"/>
            <ac:spMk id="7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5T16:49:45.782" v="2418" actId="14100"/>
          <ac:spMkLst>
            <pc:docMk/>
            <pc:sldMk cId="0" sldId="265"/>
            <ac:spMk id="7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8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8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8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9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91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56:03.388" v="12035" actId="478"/>
          <ac:spMkLst>
            <pc:docMk/>
            <pc:sldMk cId="0" sldId="265"/>
            <ac:spMk id="92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17:58.309" v="11553" actId="478"/>
          <ac:spMkLst>
            <pc:docMk/>
            <pc:sldMk cId="0" sldId="265"/>
            <ac:spMk id="97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5T17:05:08.550" v="2583" actId="478"/>
          <ac:spMkLst>
            <pc:docMk/>
            <pc:sldMk cId="0" sldId="265"/>
            <ac:spMk id="98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98" creationId="{30568DE4-2BA2-ECB9-4F57-36928BB81CC7}"/>
          </ac:spMkLst>
        </pc:spChg>
        <pc:spChg chg="del">
          <ac:chgData name="FABIO CORGNATI" userId="9bab3dad-1b2f-4009-ad22-214bf0b5f2cd" providerId="ADAL" clId="{0049896A-D6FE-4F4E-800C-345AAA5891F9}" dt="2026-03-25T17:04:43.889" v="2581" actId="478"/>
          <ac:spMkLst>
            <pc:docMk/>
            <pc:sldMk cId="0" sldId="265"/>
            <ac:spMk id="99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99" creationId="{93FCC85F-1A3D-6DD8-2CA5-9DD1EB82A592}"/>
          </ac:spMkLst>
        </pc:spChg>
        <pc:spChg chg="del">
          <ac:chgData name="FABIO CORGNATI" userId="9bab3dad-1b2f-4009-ad22-214bf0b5f2cd" providerId="ADAL" clId="{0049896A-D6FE-4F4E-800C-345AAA5891F9}" dt="2026-03-25T17:05:06.071" v="2582" actId="478"/>
          <ac:spMkLst>
            <pc:docMk/>
            <pc:sldMk cId="0" sldId="265"/>
            <ac:spMk id="100" creationId="{00000000-0000-0000-0000-000000000000}"/>
          </ac:spMkLst>
        </pc:spChg>
        <pc:spChg chg="add 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100" creationId="{3B3BA7DD-5B36-97FA-1DB3-9A1748E3BB65}"/>
          </ac:spMkLst>
        </pc:spChg>
        <pc:spChg chg="add mod">
          <ac:chgData name="FABIO CORGNATI" userId="9bab3dad-1b2f-4009-ad22-214bf0b5f2cd" providerId="ADAL" clId="{0049896A-D6FE-4F4E-800C-345AAA5891F9}" dt="2026-03-26T15:04:37.708" v="12232" actId="1037"/>
          <ac:spMkLst>
            <pc:docMk/>
            <pc:sldMk cId="0" sldId="265"/>
            <ac:spMk id="104" creationId="{365CEF77-FB3F-6724-FA65-A837E4743E4E}"/>
          </ac:spMkLst>
        </pc:spChg>
        <pc:spChg chg="add mod">
          <ac:chgData name="FABIO CORGNATI" userId="9bab3dad-1b2f-4009-ad22-214bf0b5f2cd" providerId="ADAL" clId="{0049896A-D6FE-4F4E-800C-345AAA5891F9}" dt="2026-03-26T15:04:37.708" v="12232" actId="1037"/>
          <ac:spMkLst>
            <pc:docMk/>
            <pc:sldMk cId="0" sldId="265"/>
            <ac:spMk id="106" creationId="{BFEB247E-7665-1BF4-0AD1-C92123125466}"/>
          </ac:spMkLst>
        </pc:spChg>
        <pc:spChg chg="add mod">
          <ac:chgData name="FABIO CORGNATI" userId="9bab3dad-1b2f-4009-ad22-214bf0b5f2cd" providerId="ADAL" clId="{0049896A-D6FE-4F4E-800C-345AAA5891F9}" dt="2026-03-26T15:04:37.708" v="12232" actId="1037"/>
          <ac:spMkLst>
            <pc:docMk/>
            <pc:sldMk cId="0" sldId="265"/>
            <ac:spMk id="107" creationId="{330A2AAA-3BFF-31FF-E503-93417E2B2C31}"/>
          </ac:spMkLst>
        </pc:spChg>
        <pc:spChg chg="add mod">
          <ac:chgData name="FABIO CORGNATI" userId="9bab3dad-1b2f-4009-ad22-214bf0b5f2cd" providerId="ADAL" clId="{0049896A-D6FE-4F4E-800C-345AAA5891F9}" dt="2026-03-26T15:10:19.567" v="12403" actId="1076"/>
          <ac:spMkLst>
            <pc:docMk/>
            <pc:sldMk cId="0" sldId="265"/>
            <ac:spMk id="108" creationId="{18621F7B-8EB1-B19A-9BAF-3B0312CCA2B2}"/>
          </ac:spMkLst>
        </pc:spChg>
        <pc:spChg chg="add mod">
          <ac:chgData name="FABIO CORGNATI" userId="9bab3dad-1b2f-4009-ad22-214bf0b5f2cd" providerId="ADAL" clId="{0049896A-D6FE-4F4E-800C-345AAA5891F9}" dt="2026-03-26T15:10:19.567" v="12403" actId="1076"/>
          <ac:spMkLst>
            <pc:docMk/>
            <pc:sldMk cId="0" sldId="265"/>
            <ac:spMk id="109" creationId="{A1B8D7C8-C0E3-6400-B875-96842382705A}"/>
          </ac:spMkLst>
        </pc:spChg>
        <pc:spChg chg="add mod">
          <ac:chgData name="FABIO CORGNATI" userId="9bab3dad-1b2f-4009-ad22-214bf0b5f2cd" providerId="ADAL" clId="{0049896A-D6FE-4F4E-800C-345AAA5891F9}" dt="2026-03-26T15:11:59.115" v="12423" actId="1076"/>
          <ac:spMkLst>
            <pc:docMk/>
            <pc:sldMk cId="0" sldId="265"/>
            <ac:spMk id="110" creationId="{782208C0-D34A-CEA2-D3CB-D82D8268BA95}"/>
          </ac:spMkLst>
        </pc:spChg>
        <pc:spChg chg="del">
          <ac:chgData name="FABIO CORGNATI" userId="9bab3dad-1b2f-4009-ad22-214bf0b5f2cd" providerId="ADAL" clId="{0049896A-D6FE-4F4E-800C-345AAA5891F9}" dt="2026-03-26T15:01:40.107" v="12180" actId="478"/>
          <ac:spMkLst>
            <pc:docMk/>
            <pc:sldMk cId="0" sldId="265"/>
            <ac:spMk id="111" creationId="{EF11E127-28E6-037C-9F5E-264219FB50F8}"/>
          </ac:spMkLst>
        </pc:spChg>
        <pc:spChg chg="add del mod">
          <ac:chgData name="FABIO CORGNATI" userId="9bab3dad-1b2f-4009-ad22-214bf0b5f2cd" providerId="ADAL" clId="{0049896A-D6FE-4F4E-800C-345AAA5891F9}" dt="2026-03-26T15:01:41.967" v="12182" actId="478"/>
          <ac:spMkLst>
            <pc:docMk/>
            <pc:sldMk cId="0" sldId="265"/>
            <ac:spMk id="112" creationId="{BE2D8C96-038C-DB23-BE08-A9B7DBA95CF6}"/>
          </ac:spMkLst>
        </pc:spChg>
        <pc:spChg chg="add del mod">
          <ac:chgData name="FABIO CORGNATI" userId="9bab3dad-1b2f-4009-ad22-214bf0b5f2cd" providerId="ADAL" clId="{0049896A-D6FE-4F4E-800C-345AAA5891F9}" dt="2026-03-26T15:01:41.040" v="12181" actId="478"/>
          <ac:spMkLst>
            <pc:docMk/>
            <pc:sldMk cId="0" sldId="265"/>
            <ac:spMk id="113" creationId="{359E43DC-9131-1B70-5BB2-A13EDA198449}"/>
          </ac:spMkLst>
        </pc:spChg>
        <pc:spChg chg="add del mod">
          <ac:chgData name="FABIO CORGNATI" userId="9bab3dad-1b2f-4009-ad22-214bf0b5f2cd" providerId="ADAL" clId="{0049896A-D6FE-4F4E-800C-345AAA5891F9}" dt="2026-03-26T14:58:44.538" v="12091" actId="478"/>
          <ac:spMkLst>
            <pc:docMk/>
            <pc:sldMk cId="0" sldId="265"/>
            <ac:spMk id="115" creationId="{5A7FF504-BE23-E3A2-66CB-DFB2CDDE1DC1}"/>
          </ac:spMkLst>
        </pc:spChg>
        <pc:spChg chg="add mod">
          <ac:chgData name="FABIO CORGNATI" userId="9bab3dad-1b2f-4009-ad22-214bf0b5f2cd" providerId="ADAL" clId="{0049896A-D6FE-4F4E-800C-345AAA5891F9}" dt="2026-03-26T15:12:47.681" v="12445" actId="1035"/>
          <ac:spMkLst>
            <pc:docMk/>
            <pc:sldMk cId="0" sldId="265"/>
            <ac:spMk id="116" creationId="{3DE4E7FC-C369-8738-CAB2-C3DABA6AA8CD}"/>
          </ac:spMkLst>
        </pc:spChg>
        <pc:spChg chg="del">
          <ac:chgData name="FABIO CORGNATI" userId="9bab3dad-1b2f-4009-ad22-214bf0b5f2cd" providerId="ADAL" clId="{0049896A-D6FE-4F4E-800C-345AAA5891F9}" dt="2026-03-26T15:01:36.551" v="12178" actId="478"/>
          <ac:spMkLst>
            <pc:docMk/>
            <pc:sldMk cId="0" sldId="265"/>
            <ac:spMk id="117" creationId="{08B51685-3CCF-A9BF-F315-2D89166C8B9F}"/>
          </ac:spMkLst>
        </pc:spChg>
        <pc:spChg chg="add del mod">
          <ac:chgData name="FABIO CORGNATI" userId="9bab3dad-1b2f-4009-ad22-214bf0b5f2cd" providerId="ADAL" clId="{0049896A-D6FE-4F4E-800C-345AAA5891F9}" dt="2026-03-26T15:01:38.694" v="12179" actId="478"/>
          <ac:spMkLst>
            <pc:docMk/>
            <pc:sldMk cId="0" sldId="265"/>
            <ac:spMk id="118" creationId="{8EED489D-5D1E-4593-B4A3-979BA5F385DB}"/>
          </ac:spMkLst>
        </pc:spChg>
        <pc:spChg chg="add del mod">
          <ac:chgData name="FABIO CORGNATI" userId="9bab3dad-1b2f-4009-ad22-214bf0b5f2cd" providerId="ADAL" clId="{0049896A-D6FE-4F4E-800C-345AAA5891F9}" dt="2026-03-26T15:00:02.698" v="12155" actId="478"/>
          <ac:spMkLst>
            <pc:docMk/>
            <pc:sldMk cId="0" sldId="265"/>
            <ac:spMk id="119" creationId="{7BC189A3-FE28-D3A7-0311-45E09DFCA0FE}"/>
          </ac:spMkLst>
        </pc:spChg>
        <pc:spChg chg="add del mod">
          <ac:chgData name="FABIO CORGNATI" userId="9bab3dad-1b2f-4009-ad22-214bf0b5f2cd" providerId="ADAL" clId="{0049896A-D6FE-4F4E-800C-345AAA5891F9}" dt="2026-03-26T15:00:08.466" v="12158" actId="478"/>
          <ac:spMkLst>
            <pc:docMk/>
            <pc:sldMk cId="0" sldId="265"/>
            <ac:spMk id="120" creationId="{0C08C4AD-C449-7914-E5EB-20135E86F5B8}"/>
          </ac:spMkLst>
        </pc:spChg>
        <pc:spChg chg="del">
          <ac:chgData name="FABIO CORGNATI" userId="9bab3dad-1b2f-4009-ad22-214bf0b5f2cd" providerId="ADAL" clId="{0049896A-D6FE-4F4E-800C-345AAA5891F9}" dt="2026-03-26T15:00:04.573" v="12156" actId="478"/>
          <ac:spMkLst>
            <pc:docMk/>
            <pc:sldMk cId="0" sldId="265"/>
            <ac:spMk id="121" creationId="{89BCE851-0672-767E-87CA-49793343A861}"/>
          </ac:spMkLst>
        </pc:spChg>
        <pc:spChg chg="add del mod">
          <ac:chgData name="FABIO CORGNATI" userId="9bab3dad-1b2f-4009-ad22-214bf0b5f2cd" providerId="ADAL" clId="{0049896A-D6FE-4F4E-800C-345AAA5891F9}" dt="2026-03-26T14:58:45.809" v="12092" actId="478"/>
          <ac:spMkLst>
            <pc:docMk/>
            <pc:sldMk cId="0" sldId="265"/>
            <ac:spMk id="123" creationId="{C03C3A11-1511-4F09-84D7-7B4549DA3E6A}"/>
          </ac:spMkLst>
        </pc:spChg>
        <pc:spChg chg="add mod">
          <ac:chgData name="FABIO CORGNATI" userId="9bab3dad-1b2f-4009-ad22-214bf0b5f2cd" providerId="ADAL" clId="{0049896A-D6FE-4F4E-800C-345AAA5891F9}" dt="2026-03-26T15:12:04.096" v="12424" actId="1076"/>
          <ac:spMkLst>
            <pc:docMk/>
            <pc:sldMk cId="0" sldId="265"/>
            <ac:spMk id="124" creationId="{FE392C34-2D86-C815-2645-74E06784BF8B}"/>
          </ac:spMkLst>
        </pc:spChg>
        <pc:spChg chg="add del mod">
          <ac:chgData name="FABIO CORGNATI" userId="9bab3dad-1b2f-4009-ad22-214bf0b5f2cd" providerId="ADAL" clId="{0049896A-D6FE-4F4E-800C-345AAA5891F9}" dt="2026-03-26T15:00:10.384" v="12159" actId="478"/>
          <ac:spMkLst>
            <pc:docMk/>
            <pc:sldMk cId="0" sldId="265"/>
            <ac:spMk id="125" creationId="{60429DE2-32BA-629D-1096-27E9D03CC28A}"/>
          </ac:spMkLst>
        </pc:spChg>
        <pc:spChg chg="del mod">
          <ac:chgData name="FABIO CORGNATI" userId="9bab3dad-1b2f-4009-ad22-214bf0b5f2cd" providerId="ADAL" clId="{0049896A-D6FE-4F4E-800C-345AAA5891F9}" dt="2026-03-26T14:58:52.665" v="12094" actId="478"/>
          <ac:spMkLst>
            <pc:docMk/>
            <pc:sldMk cId="0" sldId="265"/>
            <ac:spMk id="126" creationId="{99EA00D7-AFA1-8611-5825-A6EC07FFE144}"/>
          </ac:spMkLst>
        </pc:spChg>
        <pc:spChg chg="add mod">
          <ac:chgData name="FABIO CORGNATI" userId="9bab3dad-1b2f-4009-ad22-214bf0b5f2cd" providerId="ADAL" clId="{0049896A-D6FE-4F4E-800C-345AAA5891F9}" dt="2026-03-26T15:02:34.232" v="12185" actId="1076"/>
          <ac:spMkLst>
            <pc:docMk/>
            <pc:sldMk cId="0" sldId="265"/>
            <ac:spMk id="127" creationId="{122C52CD-EE16-CFA0-B0FD-4ED4610A49D5}"/>
          </ac:spMkLst>
        </pc:spChg>
        <pc:spChg chg="add mod">
          <ac:chgData name="FABIO CORGNATI" userId="9bab3dad-1b2f-4009-ad22-214bf0b5f2cd" providerId="ADAL" clId="{0049896A-D6FE-4F4E-800C-345AAA5891F9}" dt="2026-03-26T15:02:34.232" v="12185" actId="1076"/>
          <ac:spMkLst>
            <pc:docMk/>
            <pc:sldMk cId="0" sldId="265"/>
            <ac:spMk id="128" creationId="{5D1D722B-0500-F61A-4512-B947A1E2AB47}"/>
          </ac:spMkLst>
        </pc:spChg>
        <pc:spChg chg="add mod">
          <ac:chgData name="FABIO CORGNATI" userId="9bab3dad-1b2f-4009-ad22-214bf0b5f2cd" providerId="ADAL" clId="{0049896A-D6FE-4F4E-800C-345AAA5891F9}" dt="2026-03-26T15:02:34.232" v="12185" actId="1076"/>
          <ac:spMkLst>
            <pc:docMk/>
            <pc:sldMk cId="0" sldId="265"/>
            <ac:spMk id="129" creationId="{A13FC377-7740-32AB-EF75-0E5149479839}"/>
          </ac:spMkLst>
        </pc:spChg>
        <pc:spChg chg="add mod">
          <ac:chgData name="FABIO CORGNATI" userId="9bab3dad-1b2f-4009-ad22-214bf0b5f2cd" providerId="ADAL" clId="{0049896A-D6FE-4F4E-800C-345AAA5891F9}" dt="2026-03-26T15:04:16.502" v="12229" actId="1037"/>
          <ac:spMkLst>
            <pc:docMk/>
            <pc:sldMk cId="0" sldId="265"/>
            <ac:spMk id="130" creationId="{3CE9A2CE-0080-6978-6663-EFF692657782}"/>
          </ac:spMkLst>
        </pc:spChg>
        <pc:spChg chg="add mod">
          <ac:chgData name="FABIO CORGNATI" userId="9bab3dad-1b2f-4009-ad22-214bf0b5f2cd" providerId="ADAL" clId="{0049896A-D6FE-4F4E-800C-345AAA5891F9}" dt="2026-03-25T17:00:08.979" v="2522"/>
          <ac:spMkLst>
            <pc:docMk/>
            <pc:sldMk cId="0" sldId="265"/>
            <ac:spMk id="130" creationId="{98DC06AA-92C2-E6D0-21D9-A94BD818361F}"/>
          </ac:spMkLst>
        </pc:spChg>
        <pc:spChg chg="add 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131" creationId="{8C30AA3A-3CAE-46F1-4202-9DFBBA6ACC28}"/>
          </ac:spMkLst>
        </pc:spChg>
        <pc:spChg chg="add 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132" creationId="{77AAC59D-F128-0271-7ED3-A2CB7597BA5D}"/>
          </ac:spMkLst>
        </pc:spChg>
        <pc:spChg chg="add mod">
          <ac:chgData name="FABIO CORGNATI" userId="9bab3dad-1b2f-4009-ad22-214bf0b5f2cd" providerId="ADAL" clId="{0049896A-D6FE-4F4E-800C-345AAA5891F9}" dt="2026-03-26T15:11:41.685" v="12420" actId="1076"/>
          <ac:spMkLst>
            <pc:docMk/>
            <pc:sldMk cId="0" sldId="265"/>
            <ac:spMk id="133" creationId="{534F4295-17A0-0A52-748F-EA8083CB3FFD}"/>
          </ac:spMkLst>
        </pc:spChg>
        <pc:spChg chg="add mod">
          <ac:chgData name="FABIO CORGNATI" userId="9bab3dad-1b2f-4009-ad22-214bf0b5f2cd" providerId="ADAL" clId="{0049896A-D6FE-4F4E-800C-345AAA5891F9}" dt="2026-03-26T09:19:10.511" v="2677"/>
          <ac:spMkLst>
            <pc:docMk/>
            <pc:sldMk cId="0" sldId="265"/>
            <ac:spMk id="134" creationId="{368978CE-D032-781F-DAEF-4A9EED392EA3}"/>
          </ac:spMkLst>
        </pc:spChg>
        <pc:spChg chg="add 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134" creationId="{D92D6C9C-AFB7-226C-27ED-ACE147EF29CA}"/>
          </ac:spMkLst>
        </pc:spChg>
        <pc:spChg chg="add mod">
          <ac:chgData name="FABIO CORGNATI" userId="9bab3dad-1b2f-4009-ad22-214bf0b5f2cd" providerId="ADAL" clId="{0049896A-D6FE-4F4E-800C-345AAA5891F9}" dt="2026-03-26T15:11:41.685" v="12420" actId="1076"/>
          <ac:spMkLst>
            <pc:docMk/>
            <pc:sldMk cId="0" sldId="265"/>
            <ac:spMk id="135" creationId="{3C07188C-2EB5-BEFC-CCC1-ACC5F23A93E9}"/>
          </ac:spMkLst>
        </pc:spChg>
        <pc:spChg chg="add mod">
          <ac:chgData name="FABIO CORGNATI" userId="9bab3dad-1b2f-4009-ad22-214bf0b5f2cd" providerId="ADAL" clId="{0049896A-D6FE-4F4E-800C-345AAA5891F9}" dt="2026-03-26T15:02:24.595" v="12184" actId="1076"/>
          <ac:spMkLst>
            <pc:docMk/>
            <pc:sldMk cId="0" sldId="265"/>
            <ac:spMk id="136" creationId="{A6838217-ABD0-0ACE-BD0A-2006ACF5A775}"/>
          </ac:spMkLst>
        </pc:spChg>
        <pc:spChg chg="add mod">
          <ac:chgData name="FABIO CORGNATI" userId="9bab3dad-1b2f-4009-ad22-214bf0b5f2cd" providerId="ADAL" clId="{0049896A-D6FE-4F4E-800C-345AAA5891F9}" dt="2026-03-26T15:02:24.595" v="12184" actId="1076"/>
          <ac:spMkLst>
            <pc:docMk/>
            <pc:sldMk cId="0" sldId="265"/>
            <ac:spMk id="137" creationId="{1A84C5D2-4557-B349-3156-255255609429}"/>
          </ac:spMkLst>
        </pc:spChg>
        <pc:spChg chg="add mod">
          <ac:chgData name="FABIO CORGNATI" userId="9bab3dad-1b2f-4009-ad22-214bf0b5f2cd" providerId="ADAL" clId="{0049896A-D6FE-4F4E-800C-345AAA5891F9}" dt="2026-03-26T15:11:41.685" v="12420" actId="1076"/>
          <ac:spMkLst>
            <pc:docMk/>
            <pc:sldMk cId="0" sldId="265"/>
            <ac:spMk id="138" creationId="{4039CE71-ED03-4583-6317-C42008BAB442}"/>
          </ac:spMkLst>
        </pc:spChg>
        <pc:spChg chg="add del mod">
          <ac:chgData name="FABIO CORGNATI" userId="9bab3dad-1b2f-4009-ad22-214bf0b5f2cd" providerId="ADAL" clId="{0049896A-D6FE-4F4E-800C-345AAA5891F9}" dt="2026-03-26T14:56:26.994" v="12040" actId="478"/>
          <ac:spMkLst>
            <pc:docMk/>
            <pc:sldMk cId="0" sldId="265"/>
            <ac:spMk id="139" creationId="{2A5DDE1F-BDED-EB9A-739C-762157098171}"/>
          </ac:spMkLst>
        </pc:spChg>
        <pc:spChg chg="add 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140" creationId="{77DC0151-D637-AE92-B730-6E5DF07CC16D}"/>
          </ac:spMkLst>
        </pc:spChg>
        <pc:spChg chg="add mod">
          <ac:chgData name="FABIO CORGNATI" userId="9bab3dad-1b2f-4009-ad22-214bf0b5f2cd" providerId="ADAL" clId="{0049896A-D6FE-4F4E-800C-345AAA5891F9}" dt="2026-03-26T15:04:49.207" v="12233" actId="1076"/>
          <ac:spMkLst>
            <pc:docMk/>
            <pc:sldMk cId="0" sldId="265"/>
            <ac:spMk id="141" creationId="{63A9F4E2-42C4-E9D8-8768-A73AE92AA3BE}"/>
          </ac:spMkLst>
        </pc:spChg>
        <pc:spChg chg="add mod">
          <ac:chgData name="FABIO CORGNATI" userId="9bab3dad-1b2f-4009-ad22-214bf0b5f2cd" providerId="ADAL" clId="{0049896A-D6FE-4F4E-800C-345AAA5891F9}" dt="2026-03-26T15:02:15.675" v="12183" actId="1076"/>
          <ac:spMkLst>
            <pc:docMk/>
            <pc:sldMk cId="0" sldId="265"/>
            <ac:spMk id="142" creationId="{55C28E9A-7DF7-07DF-CA40-6C85C9A759FA}"/>
          </ac:spMkLst>
        </pc:spChg>
        <pc:spChg chg="add mod">
          <ac:chgData name="FABIO CORGNATI" userId="9bab3dad-1b2f-4009-ad22-214bf0b5f2cd" providerId="ADAL" clId="{0049896A-D6FE-4F4E-800C-345AAA5891F9}" dt="2026-03-26T15:02:15.675" v="12183" actId="1076"/>
          <ac:spMkLst>
            <pc:docMk/>
            <pc:sldMk cId="0" sldId="265"/>
            <ac:spMk id="143" creationId="{186061EB-B917-D1E1-90C4-E59F5695A32E}"/>
          </ac:spMkLst>
        </pc:spChg>
        <pc:spChg chg="add del mod">
          <ac:chgData name="FABIO CORGNATI" userId="9bab3dad-1b2f-4009-ad22-214bf0b5f2cd" providerId="ADAL" clId="{0049896A-D6FE-4F4E-800C-345AAA5891F9}" dt="2026-03-26T14:50:10.502" v="11874" actId="21"/>
          <ac:spMkLst>
            <pc:docMk/>
            <pc:sldMk cId="0" sldId="265"/>
            <ac:spMk id="144" creationId="{6DD7B00B-31B0-802F-8D7F-538E17440A26}"/>
          </ac:spMkLst>
        </pc:spChg>
        <pc:spChg chg="add mod">
          <ac:chgData name="FABIO CORGNATI" userId="9bab3dad-1b2f-4009-ad22-214bf0b5f2cd" providerId="ADAL" clId="{0049896A-D6FE-4F4E-800C-345AAA5891F9}" dt="2026-03-26T15:10:09.991" v="12402" actId="1076"/>
          <ac:spMkLst>
            <pc:docMk/>
            <pc:sldMk cId="0" sldId="265"/>
            <ac:spMk id="145" creationId="{6DD7B00B-31B0-802F-8D7F-538E17440A26}"/>
          </ac:spMkLst>
        </pc:spChg>
        <pc:spChg chg="add 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146" creationId="{295675ED-1D12-7127-1318-F174744F4ED8}"/>
          </ac:spMkLst>
        </pc:spChg>
        <pc:spChg chg="add 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147" creationId="{23201955-B8EA-0BDC-282A-596675A1EF16}"/>
          </ac:spMkLst>
        </pc:spChg>
        <pc:spChg chg="add mod">
          <ac:chgData name="FABIO CORGNATI" userId="9bab3dad-1b2f-4009-ad22-214bf0b5f2cd" providerId="ADAL" clId="{0049896A-D6FE-4F4E-800C-345AAA5891F9}" dt="2026-03-26T15:10:29.210" v="12404" actId="1076"/>
          <ac:spMkLst>
            <pc:docMk/>
            <pc:sldMk cId="0" sldId="265"/>
            <ac:spMk id="148" creationId="{959F4BDC-BF40-B2C4-B59B-1D2803AB3D66}"/>
          </ac:spMkLst>
        </pc:spChg>
        <pc:spChg chg="add mod">
          <ac:chgData name="FABIO CORGNATI" userId="9bab3dad-1b2f-4009-ad22-214bf0b5f2cd" providerId="ADAL" clId="{0049896A-D6FE-4F4E-800C-345AAA5891F9}" dt="2026-03-26T14:58:29.788" v="12089" actId="1037"/>
          <ac:spMkLst>
            <pc:docMk/>
            <pc:sldMk cId="0" sldId="265"/>
            <ac:spMk id="149" creationId="{D31B59D2-9727-D9C0-D2C7-B2881B1961F1}"/>
          </ac:spMkLst>
        </pc:spChg>
        <pc:spChg chg="add mod">
          <ac:chgData name="FABIO CORGNATI" userId="9bab3dad-1b2f-4009-ad22-214bf0b5f2cd" providerId="ADAL" clId="{0049896A-D6FE-4F4E-800C-345AAA5891F9}" dt="2026-03-26T15:12:43.768" v="12444" actId="1035"/>
          <ac:spMkLst>
            <pc:docMk/>
            <pc:sldMk cId="0" sldId="265"/>
            <ac:spMk id="150" creationId="{15553ECD-893A-03E8-D903-863AF0AFE0DD}"/>
          </ac:spMkLst>
        </pc:spChg>
        <pc:spChg chg="add mod">
          <ac:chgData name="FABIO CORGNATI" userId="9bab3dad-1b2f-4009-ad22-214bf0b5f2cd" providerId="ADAL" clId="{0049896A-D6FE-4F4E-800C-345AAA5891F9}" dt="2026-03-26T15:12:50.336" v="12448" actId="1035"/>
          <ac:spMkLst>
            <pc:docMk/>
            <pc:sldMk cId="0" sldId="265"/>
            <ac:spMk id="151" creationId="{83D6F0DE-1C0A-07B3-AA63-272AFFC38EA9}"/>
          </ac:spMkLst>
        </pc:spChg>
        <pc:spChg chg="add mod">
          <ac:chgData name="FABIO CORGNATI" userId="9bab3dad-1b2f-4009-ad22-214bf0b5f2cd" providerId="ADAL" clId="{0049896A-D6FE-4F4E-800C-345AAA5891F9}" dt="2026-03-26T15:12:53.045" v="12452" actId="1035"/>
          <ac:spMkLst>
            <pc:docMk/>
            <pc:sldMk cId="0" sldId="265"/>
            <ac:spMk id="152" creationId="{4727BEF2-BFDB-9129-6801-5449C3612248}"/>
          </ac:spMkLst>
        </pc:spChg>
        <pc:spChg chg="add mod">
          <ac:chgData name="FABIO CORGNATI" userId="9bab3dad-1b2f-4009-ad22-214bf0b5f2cd" providerId="ADAL" clId="{0049896A-D6FE-4F4E-800C-345AAA5891F9}" dt="2026-03-26T15:12:55.422" v="12455" actId="1035"/>
          <ac:spMkLst>
            <pc:docMk/>
            <pc:sldMk cId="0" sldId="265"/>
            <ac:spMk id="153" creationId="{60D39372-27E2-E611-7655-DFDAB5EF7F37}"/>
          </ac:spMkLst>
        </pc:spChg>
        <pc:spChg chg="add mod">
          <ac:chgData name="FABIO CORGNATI" userId="9bab3dad-1b2f-4009-ad22-214bf0b5f2cd" providerId="ADAL" clId="{0049896A-D6FE-4F4E-800C-345AAA5891F9}" dt="2026-03-26T15:12:58.204" v="12458" actId="1035"/>
          <ac:spMkLst>
            <pc:docMk/>
            <pc:sldMk cId="0" sldId="265"/>
            <ac:spMk id="154" creationId="{9B4223C1-FCF6-B946-FB25-83B19A0C09B4}"/>
          </ac:spMkLst>
        </pc:spChg>
        <pc:picChg chg="del">
          <ac:chgData name="FABIO CORGNATI" userId="9bab3dad-1b2f-4009-ad22-214bf0b5f2cd" providerId="ADAL" clId="{0049896A-D6FE-4F4E-800C-345AAA5891F9}" dt="2026-03-26T14:17:58.309" v="11553" actId="478"/>
          <ac:picMkLst>
            <pc:docMk/>
            <pc:sldMk cId="0" sldId="265"/>
            <ac:picMk id="96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4:58:04.373" v="12055" actId="1037"/>
          <ac:picMkLst>
            <pc:docMk/>
            <pc:sldMk cId="0" sldId="265"/>
            <ac:picMk id="114" creationId="{0A73D44D-3AEA-54E7-216C-BF975F33B463}"/>
          </ac:picMkLst>
        </pc:picChg>
        <pc:picChg chg="del">
          <ac:chgData name="FABIO CORGNATI" userId="9bab3dad-1b2f-4009-ad22-214bf0b5f2cd" providerId="ADAL" clId="{0049896A-D6FE-4F4E-800C-345AAA5891F9}" dt="2026-03-26T15:00:06.301" v="12157" actId="478"/>
          <ac:picMkLst>
            <pc:docMk/>
            <pc:sldMk cId="0" sldId="265"/>
            <ac:picMk id="122" creationId="{FB68CFC3-4066-D898-668F-0C0DE5E4690F}"/>
          </ac:picMkLst>
        </pc:pic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6"/>
        </pc:sldMkLst>
        <pc:spChg chg="mod">
          <ac:chgData name="FABIO CORGNATI" userId="9bab3dad-1b2f-4009-ad22-214bf0b5f2cd" providerId="ADAL" clId="{0049896A-D6FE-4F4E-800C-345AAA5891F9}" dt="2026-03-26T13:54:38.806" v="1118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18.483" v="12465" actId="103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18.483" v="12465" actId="103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18.483" v="12465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4:36.660" v="11188" actId="6549"/>
          <ac:spMkLst>
            <pc:docMk/>
            <pc:sldMk cId="0" sldId="266"/>
            <ac:spMk id="2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5:28.100" v="11201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35.461" v="12473" actId="1035"/>
          <ac:spMkLst>
            <pc:docMk/>
            <pc:sldMk cId="0" sldId="266"/>
            <ac:spMk id="2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7:12.416" v="11285" actId="20577"/>
          <ac:spMkLst>
            <pc:docMk/>
            <pc:sldMk cId="0" sldId="266"/>
            <ac:spMk id="3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24.319" v="12468" actId="1035"/>
          <ac:spMkLst>
            <pc:docMk/>
            <pc:sldMk cId="0" sldId="266"/>
            <ac:spMk id="4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26.827" v="12469" actId="1035"/>
          <ac:spMkLst>
            <pc:docMk/>
            <pc:sldMk cId="0" sldId="266"/>
            <ac:spMk id="4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5:15:30.213" v="12470" actId="1035"/>
          <ac:spMkLst>
            <pc:docMk/>
            <pc:sldMk cId="0" sldId="266"/>
            <ac:spMk id="50" creationId="{00000000-0000-0000-0000-000000000000}"/>
          </ac:spMkLst>
        </pc:spChg>
        <pc:picChg chg="mod">
          <ac:chgData name="FABIO CORGNATI" userId="9bab3dad-1b2f-4009-ad22-214bf0b5f2cd" providerId="ADAL" clId="{0049896A-D6FE-4F4E-800C-345AAA5891F9}" dt="2026-03-26T15:15:51.027" v="12487" actId="1038"/>
          <ac:picMkLst>
            <pc:docMk/>
            <pc:sldMk cId="0" sldId="266"/>
            <ac:picMk id="23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5:15:56.177" v="12488" actId="1038"/>
          <ac:picMkLst>
            <pc:docMk/>
            <pc:sldMk cId="0" sldId="266"/>
            <ac:picMk id="25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5:16:00.100" v="12489" actId="1038"/>
          <ac:picMkLst>
            <pc:docMk/>
            <pc:sldMk cId="0" sldId="266"/>
            <ac:picMk id="27" creationId="{00000000-0000-0000-0000-000000000000}"/>
          </ac:picMkLst>
        </pc:pic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7"/>
        </pc:sldMkLst>
        <pc:spChg chg="mod">
          <ac:chgData name="FABIO CORGNATI" userId="9bab3dad-1b2f-4009-ad22-214bf0b5f2cd" providerId="ADAL" clId="{0049896A-D6FE-4F4E-800C-345AAA5891F9}" dt="2026-03-26T13:58:44.346" v="11322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8:53.581" v="11323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9:17.093" v="11331" actId="20577"/>
          <ac:spMkLst>
            <pc:docMk/>
            <pc:sldMk cId="0" sldId="267"/>
            <ac:spMk id="2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9:33.924" v="11333" actId="1076"/>
          <ac:spMkLst>
            <pc:docMk/>
            <pc:sldMk cId="0" sldId="267"/>
            <ac:spMk id="3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3:59:42.926" v="11334" actId="1076"/>
          <ac:spMkLst>
            <pc:docMk/>
            <pc:sldMk cId="0" sldId="267"/>
            <ac:spMk id="32" creationId="{00000000-0000-0000-0000-000000000000}"/>
          </ac:spMkLst>
        </pc:spChg>
        <pc:picChg chg="mod">
          <ac:chgData name="FABIO CORGNATI" userId="9bab3dad-1b2f-4009-ad22-214bf0b5f2cd" providerId="ADAL" clId="{0049896A-D6FE-4F4E-800C-345AAA5891F9}" dt="2026-03-26T13:59:42.926" v="11334" actId="1076"/>
          <ac:picMkLst>
            <pc:docMk/>
            <pc:sldMk cId="0" sldId="267"/>
            <ac:picMk id="33" creationId="{00000000-0000-0000-0000-000000000000}"/>
          </ac:picMkLst>
        </pc:pic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8"/>
        </pc:sldMkLst>
        <pc:spChg chg="mod">
          <ac:chgData name="FABIO CORGNATI" userId="9bab3dad-1b2f-4009-ad22-214bf0b5f2cd" providerId="ADAL" clId="{0049896A-D6FE-4F4E-800C-345AAA5891F9}" dt="2026-03-26T14:00:28.360" v="11335" actId="404"/>
          <ac:spMkLst>
            <pc:docMk/>
            <pc:sldMk cId="0" sldId="268"/>
            <ac:spMk id="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1:10.868" v="11338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1:45.074" v="11354" actId="2057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2:18.572" v="11360" actId="20577"/>
          <ac:spMkLst>
            <pc:docMk/>
            <pc:sldMk cId="0" sldId="268"/>
            <ac:spMk id="2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2:53.665" v="11361" actId="6549"/>
          <ac:spMkLst>
            <pc:docMk/>
            <pc:sldMk cId="0" sldId="268"/>
            <ac:spMk id="4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3:05.947" v="11365" actId="20577"/>
          <ac:spMkLst>
            <pc:docMk/>
            <pc:sldMk cId="0" sldId="268"/>
            <ac:spMk id="5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3:25.370" v="11369" actId="20577"/>
          <ac:spMkLst>
            <pc:docMk/>
            <pc:sldMk cId="0" sldId="268"/>
            <ac:spMk id="5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3:42.688" v="11377" actId="20577"/>
          <ac:spMkLst>
            <pc:docMk/>
            <pc:sldMk cId="0" sldId="268"/>
            <ac:spMk id="65" creationId="{00000000-0000-0000-0000-000000000000}"/>
          </ac:spMkLst>
        </pc:sp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69"/>
        </pc:sldMkLst>
        <pc:spChg chg="mod">
          <ac:chgData name="FABIO CORGNATI" userId="9bab3dad-1b2f-4009-ad22-214bf0b5f2cd" providerId="ADAL" clId="{0049896A-D6FE-4F4E-800C-345AAA5891F9}" dt="2026-03-26T14:06:53.482" v="11427" actId="1076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FABIO CORGNATI" userId="9bab3dad-1b2f-4009-ad22-214bf0b5f2cd" providerId="ADAL" clId="{0049896A-D6FE-4F4E-800C-345AAA5891F9}" dt="2026-03-26T14:07:02.285" v="11431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01.974" v="11398" actId="478"/>
          <ac:spMkLst>
            <pc:docMk/>
            <pc:sldMk cId="0" sldId="269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4:58.405" v="11397" actId="5793"/>
          <ac:spMkLst>
            <pc:docMk/>
            <pc:sldMk cId="0" sldId="269"/>
            <ac:spMk id="15" creationId="{00000000-0000-0000-0000-000000000000}"/>
          </ac:spMkLst>
        </pc:spChg>
        <pc:spChg chg="del mod">
          <ac:chgData name="FABIO CORGNATI" userId="9bab3dad-1b2f-4009-ad22-214bf0b5f2cd" providerId="ADAL" clId="{0049896A-D6FE-4F4E-800C-345AAA5891F9}" dt="2026-03-26T14:04:52.966" v="11388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04.820" v="11399" actId="478"/>
          <ac:spMkLst>
            <pc:docMk/>
            <pc:sldMk cId="0" sldId="269"/>
            <ac:spMk id="28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07.220" v="11400" actId="478"/>
          <ac:spMkLst>
            <pc:docMk/>
            <pc:sldMk cId="0" sldId="269"/>
            <ac:spMk id="3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7:01.676" v="11430" actId="107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7:15.804" v="11439" actId="20577"/>
          <ac:spMkLst>
            <pc:docMk/>
            <pc:sldMk cId="0" sldId="269"/>
            <ac:spMk id="43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11.476" v="11401" actId="478"/>
          <ac:spMkLst>
            <pc:docMk/>
            <pc:sldMk cId="0" sldId="269"/>
            <ac:spMk id="4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8:05.874" v="11482" actId="20577"/>
          <ac:spMkLst>
            <pc:docMk/>
            <pc:sldMk cId="0" sldId="269"/>
            <ac:spMk id="46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12.723" v="11402" actId="478"/>
          <ac:spMkLst>
            <pc:docMk/>
            <pc:sldMk cId="0" sldId="269"/>
            <ac:spMk id="48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13.916" v="11403" actId="478"/>
          <ac:spMkLst>
            <pc:docMk/>
            <pc:sldMk cId="0" sldId="269"/>
            <ac:spMk id="5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8:40.031" v="11499" actId="14100"/>
          <ac:spMkLst>
            <pc:docMk/>
            <pc:sldMk cId="0" sldId="269"/>
            <ac:spMk id="63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16.573" v="11405" actId="478"/>
          <ac:spMkLst>
            <pc:docMk/>
            <pc:sldMk cId="0" sldId="269"/>
            <ac:spMk id="65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15.487" v="11404" actId="478"/>
          <ac:spMkLst>
            <pc:docMk/>
            <pc:sldMk cId="0" sldId="269"/>
            <ac:spMk id="68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9:45.391" v="11508" actId="14100"/>
          <ac:spMkLst>
            <pc:docMk/>
            <pc:sldMk cId="0" sldId="269"/>
            <ac:spMk id="7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9:57.044" v="11512" actId="1037"/>
          <ac:spMkLst>
            <pc:docMk/>
            <pc:sldMk cId="0" sldId="269"/>
            <ac:spMk id="7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9:45.710" v="11509" actId="14100"/>
          <ac:spMkLst>
            <pc:docMk/>
            <pc:sldMk cId="0" sldId="269"/>
            <ac:spMk id="7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9:57.044" v="11512" actId="1037"/>
          <ac:spMkLst>
            <pc:docMk/>
            <pc:sldMk cId="0" sldId="269"/>
            <ac:spMk id="77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23.512" v="11408" actId="478"/>
          <ac:spMkLst>
            <pc:docMk/>
            <pc:sldMk cId="0" sldId="269"/>
            <ac:spMk id="7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09:57.044" v="11512" actId="1037"/>
          <ac:spMkLst>
            <pc:docMk/>
            <pc:sldMk cId="0" sldId="269"/>
            <ac:spMk id="80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22.410" v="11407" actId="478"/>
          <ac:spMkLst>
            <pc:docMk/>
            <pc:sldMk cId="0" sldId="269"/>
            <ac:spMk id="8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0:04.672" v="11513" actId="1076"/>
          <ac:spMkLst>
            <pc:docMk/>
            <pc:sldMk cId="0" sldId="269"/>
            <ac:spMk id="83" creationId="{00000000-0000-0000-0000-000000000000}"/>
          </ac:spMkLst>
        </pc:spChg>
        <pc:spChg chg="del">
          <ac:chgData name="FABIO CORGNATI" userId="9bab3dad-1b2f-4009-ad22-214bf0b5f2cd" providerId="ADAL" clId="{0049896A-D6FE-4F4E-800C-345AAA5891F9}" dt="2026-03-26T14:05:20.758" v="11406" actId="478"/>
          <ac:spMkLst>
            <pc:docMk/>
            <pc:sldMk cId="0" sldId="269"/>
            <ac:spMk id="85" creationId="{00000000-0000-0000-0000-000000000000}"/>
          </ac:spMkLst>
        </pc:spChg>
        <pc:picChg chg="mod">
          <ac:chgData name="FABIO CORGNATI" userId="9bab3dad-1b2f-4009-ad22-214bf0b5f2cd" providerId="ADAL" clId="{0049896A-D6FE-4F4E-800C-345AAA5891F9}" dt="2026-03-26T14:05:47.096" v="11414" actId="1035"/>
          <ac:picMkLst>
            <pc:docMk/>
            <pc:sldMk cId="0" sldId="269"/>
            <ac:picMk id="33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4:09:57.044" v="11512" actId="1037"/>
          <ac:picMkLst>
            <pc:docMk/>
            <pc:sldMk cId="0" sldId="269"/>
            <ac:picMk id="78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4:09:57.044" v="11512" actId="1037"/>
          <ac:picMkLst>
            <pc:docMk/>
            <pc:sldMk cId="0" sldId="269"/>
            <ac:picMk id="81" creationId="{00000000-0000-0000-0000-000000000000}"/>
          </ac:picMkLst>
        </pc:picChg>
        <pc:picChg chg="mod">
          <ac:chgData name="FABIO CORGNATI" userId="9bab3dad-1b2f-4009-ad22-214bf0b5f2cd" providerId="ADAL" clId="{0049896A-D6FE-4F4E-800C-345AAA5891F9}" dt="2026-03-26T14:10:06.957" v="11515" actId="1035"/>
          <ac:picMkLst>
            <pc:docMk/>
            <pc:sldMk cId="0" sldId="269"/>
            <ac:picMk id="84" creationId="{00000000-0000-0000-0000-000000000000}"/>
          </ac:picMkLst>
        </pc:picChg>
      </pc:sldChg>
      <pc:sldChg chg="addSp delSp 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70"/>
        </pc:sldMkLst>
        <pc:spChg chg="mod">
          <ac:chgData name="FABIO CORGNATI" userId="9bab3dad-1b2f-4009-ad22-214bf0b5f2cd" providerId="ADAL" clId="{0049896A-D6FE-4F4E-800C-345AAA5891F9}" dt="2026-03-26T14:10:58.496" v="11516" actId="108"/>
          <ac:spMkLst>
            <pc:docMk/>
            <pc:sldMk cId="0" sldId="270"/>
            <ac:spMk id="1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06.404" v="11517" actId="10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18.857" v="11520" actId="20577"/>
          <ac:spMkLst>
            <pc:docMk/>
            <pc:sldMk cId="0" sldId="270"/>
            <ac:spMk id="16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48.992" v="11529" actId="1410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51.492" v="11530" actId="14100"/>
          <ac:spMkLst>
            <pc:docMk/>
            <pc:sldMk cId="0" sldId="270"/>
            <ac:spMk id="21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45.202" v="11528" actId="1410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2:11.823" v="11537" actId="20577"/>
          <ac:spMkLst>
            <pc:docMk/>
            <pc:sldMk cId="0" sldId="270"/>
            <ac:spMk id="29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54.964" v="11531" actId="14100"/>
          <ac:spMkLst>
            <pc:docMk/>
            <pc:sldMk cId="0" sldId="270"/>
            <ac:spMk id="4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1:58.185" v="11532" actId="14100"/>
          <ac:spMkLst>
            <pc:docMk/>
            <pc:sldMk cId="0" sldId="270"/>
            <ac:spMk id="45" creationId="{00000000-0000-0000-0000-000000000000}"/>
          </ac:spMkLst>
        </pc:spChg>
      </pc:sldChg>
      <pc:sldChg chg="modSp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0" sldId="271"/>
        </pc:sldMkLst>
        <pc:spChg chg="mod">
          <ac:chgData name="FABIO CORGNATI" userId="9bab3dad-1b2f-4009-ad22-214bf0b5f2cd" providerId="ADAL" clId="{0049896A-D6FE-4F4E-800C-345AAA5891F9}" dt="2026-03-26T14:13:20.116" v="11538" actId="20577"/>
          <ac:spMkLst>
            <pc:docMk/>
            <pc:sldMk cId="0" sldId="271"/>
            <ac:spMk id="4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4:14:26.369" v="11541" actId="1076"/>
          <ac:spMkLst>
            <pc:docMk/>
            <pc:sldMk cId="0" sldId="271"/>
            <ac:spMk id="57" creationId="{00000000-0000-0000-0000-000000000000}"/>
          </ac:spMkLst>
        </pc:spChg>
      </pc:sldChg>
      <pc:sldChg chg="modSp mod">
        <pc:chgData name="FABIO CORGNATI" userId="9bab3dad-1b2f-4009-ad22-214bf0b5f2cd" providerId="ADAL" clId="{0049896A-D6FE-4F4E-800C-345AAA5891F9}" dt="2026-03-26T16:28:23.576" v="12634" actId="14100"/>
        <pc:sldMkLst>
          <pc:docMk/>
          <pc:sldMk cId="0" sldId="272"/>
        </pc:sldMkLst>
        <pc:spChg chg="mod">
          <ac:chgData name="FABIO CORGNATI" userId="9bab3dad-1b2f-4009-ad22-214bf0b5f2cd" providerId="ADAL" clId="{0049896A-D6FE-4F4E-800C-345AAA5891F9}" dt="2026-03-26T16:28:17.652" v="12633" actId="14100"/>
          <ac:spMkLst>
            <pc:docMk/>
            <pc:sldMk cId="0" sldId="272"/>
            <ac:spMk id="2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02.151" v="12630" actId="103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07.370" v="12631" actId="14100"/>
          <ac:spMkLst>
            <pc:docMk/>
            <pc:sldMk cId="0" sldId="272"/>
            <ac:spMk id="3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02.151" v="12630" actId="1035"/>
          <ac:spMkLst>
            <pc:docMk/>
            <pc:sldMk cId="0" sldId="272"/>
            <ac:spMk id="3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23.576" v="12634" actId="14100"/>
          <ac:spMkLst>
            <pc:docMk/>
            <pc:sldMk cId="0" sldId="272"/>
            <ac:spMk id="35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02.151" v="12630" actId="1035"/>
          <ac:spMkLst>
            <pc:docMk/>
            <pc:sldMk cId="0" sldId="272"/>
            <ac:spMk id="43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11.054" v="12632" actId="14100"/>
          <ac:spMkLst>
            <pc:docMk/>
            <pc:sldMk cId="0" sldId="272"/>
            <ac:spMk id="44" creationId="{00000000-0000-0000-0000-000000000000}"/>
          </ac:spMkLst>
        </pc:spChg>
        <pc:spChg chg="mod">
          <ac:chgData name="FABIO CORGNATI" userId="9bab3dad-1b2f-4009-ad22-214bf0b5f2cd" providerId="ADAL" clId="{0049896A-D6FE-4F4E-800C-345AAA5891F9}" dt="2026-03-26T16:28:02.151" v="12630" actId="1035"/>
          <ac:spMkLst>
            <pc:docMk/>
            <pc:sldMk cId="0" sldId="272"/>
            <ac:spMk id="45" creationId="{00000000-0000-0000-0000-000000000000}"/>
          </ac:spMkLst>
        </pc:spChg>
      </pc:sldChg>
      <pc:sldChg chg="addSp modSp new del">
        <pc:chgData name="FABIO CORGNATI" userId="9bab3dad-1b2f-4009-ad22-214bf0b5f2cd" providerId="ADAL" clId="{0049896A-D6FE-4F4E-800C-345AAA5891F9}" dt="2026-03-26T09:46:24.635" v="2897" actId="47"/>
        <pc:sldMkLst>
          <pc:docMk/>
          <pc:sldMk cId="2465209308" sldId="273"/>
        </pc:sldMkLst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23" creationId="{7A32A68C-5235-1E74-4204-6E2E2733D025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25" creationId="{D6F66B32-E9E8-703A-5AFC-82032849E210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26" creationId="{36F7966E-4F3F-E51A-6409-F3B20371A10A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29" creationId="{AC6C35CE-38CD-72B1-BC6C-AD006E383214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45" creationId="{F7A5D4F5-B64A-F678-E168-633B2BD9082F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47" creationId="{64892FE3-0AF1-0067-6890-E1A459773749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50" creationId="{A522E442-F7E9-6B2D-AAC8-9CD70955EFD3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58" creationId="{3EBE2E9D-C50B-116F-5F01-49AB4C9C08ED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60" creationId="{3080CFEA-F1E8-D1A4-4556-78815E77EFCE}"/>
          </ac:spMkLst>
        </pc:spChg>
        <pc:spChg chg="add mod">
          <ac:chgData name="FABIO CORGNATI" userId="9bab3dad-1b2f-4009-ad22-214bf0b5f2cd" providerId="ADAL" clId="{0049896A-D6FE-4F4E-800C-345AAA5891F9}" dt="2026-03-26T09:46:17.237" v="2896"/>
          <ac:spMkLst>
            <pc:docMk/>
            <pc:sldMk cId="2465209308" sldId="273"/>
            <ac:spMk id="66" creationId="{CD7E5AE7-84CC-3BB8-61CC-8E6A76828C59}"/>
          </ac:spMkLst>
        </pc:spChg>
      </pc:sldChg>
      <pc:sldChg chg="addSp delSp modSp add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3731903608" sldId="273"/>
        </pc:sldMkLst>
        <pc:spChg chg="del">
          <ac:chgData name="FABIO CORGNATI" userId="9bab3dad-1b2f-4009-ad22-214bf0b5f2cd" providerId="ADAL" clId="{0049896A-D6FE-4F4E-800C-345AAA5891F9}" dt="2026-03-26T09:46:53.618" v="2906" actId="478"/>
          <ac:spMkLst>
            <pc:docMk/>
            <pc:sldMk cId="3731903608" sldId="273"/>
            <ac:spMk id="2" creationId="{0E888105-5EFA-5BA7-38E3-1FF46B58916E}"/>
          </ac:spMkLst>
        </pc:spChg>
        <pc:spChg chg="add mod">
          <ac:chgData name="FABIO CORGNATI" userId="9bab3dad-1b2f-4009-ad22-214bf0b5f2cd" providerId="ADAL" clId="{0049896A-D6FE-4F4E-800C-345AAA5891F9}" dt="2026-03-26T13:47:28.708" v="11006" actId="1037"/>
          <ac:spMkLst>
            <pc:docMk/>
            <pc:sldMk cId="3731903608" sldId="273"/>
            <ac:spMk id="2" creationId="{6C1DBADE-4D85-8818-6CA1-1B129C1BD68E}"/>
          </ac:spMkLst>
        </pc:spChg>
        <pc:spChg chg="add mod">
          <ac:chgData name="FABIO CORGNATI" userId="9bab3dad-1b2f-4009-ad22-214bf0b5f2cd" providerId="ADAL" clId="{0049896A-D6FE-4F4E-800C-345AAA5891F9}" dt="2026-03-26T13:47:39.779" v="11008" actId="1076"/>
          <ac:spMkLst>
            <pc:docMk/>
            <pc:sldMk cId="3731903608" sldId="273"/>
            <ac:spMk id="3" creationId="{2F4A8858-1EE9-9612-099E-4182B2C7894B}"/>
          </ac:spMkLst>
        </pc:spChg>
        <pc:spChg chg="del">
          <ac:chgData name="FABIO CORGNATI" userId="9bab3dad-1b2f-4009-ad22-214bf0b5f2cd" providerId="ADAL" clId="{0049896A-D6FE-4F4E-800C-345AAA5891F9}" dt="2026-03-26T09:46:51.868" v="2905" actId="478"/>
          <ac:spMkLst>
            <pc:docMk/>
            <pc:sldMk cId="3731903608" sldId="273"/>
            <ac:spMk id="3" creationId="{72EA0B8B-4152-DB41-3E24-C0548D3A4B21}"/>
          </ac:spMkLst>
        </pc:spChg>
        <pc:spChg chg="add del mod">
          <ac:chgData name="FABIO CORGNATI" userId="9bab3dad-1b2f-4009-ad22-214bf0b5f2cd" providerId="ADAL" clId="{0049896A-D6FE-4F4E-800C-345AAA5891F9}" dt="2026-03-26T10:29:09.934" v="4592" actId="478"/>
          <ac:spMkLst>
            <pc:docMk/>
            <pc:sldMk cId="3731903608" sldId="273"/>
            <ac:spMk id="4" creationId="{A72F433B-CC66-D23B-AD70-2633AF6D9888}"/>
          </ac:spMkLst>
        </pc:spChg>
        <pc:spChg chg="add del mod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5" creationId="{55349BB0-8167-E112-3055-4DD9EDDD9053}"/>
          </ac:spMkLst>
        </pc:spChg>
        <pc:spChg chg="del">
          <ac:chgData name="FABIO CORGNATI" userId="9bab3dad-1b2f-4009-ad22-214bf0b5f2cd" providerId="ADAL" clId="{0049896A-D6FE-4F4E-800C-345AAA5891F9}" dt="2026-03-26T09:46:32.306" v="2899" actId="478"/>
          <ac:spMkLst>
            <pc:docMk/>
            <pc:sldMk cId="3731903608" sldId="273"/>
            <ac:spMk id="5" creationId="{8F5BB919-EB1C-45DE-9BD2-65E6F636AD36}"/>
          </ac:spMkLst>
        </pc:spChg>
        <pc:spChg chg="del">
          <ac:chgData name="FABIO CORGNATI" userId="9bab3dad-1b2f-4009-ad22-214bf0b5f2cd" providerId="ADAL" clId="{0049896A-D6FE-4F4E-800C-345AAA5891F9}" dt="2026-03-26T09:46:33.288" v="2900" actId="478"/>
          <ac:spMkLst>
            <pc:docMk/>
            <pc:sldMk cId="3731903608" sldId="273"/>
            <ac:spMk id="6" creationId="{2F65AF04-1723-745E-B722-BFB858A05AFB}"/>
          </ac:spMkLst>
        </pc:spChg>
        <pc:spChg chg="add mod">
          <ac:chgData name="FABIO CORGNATI" userId="9bab3dad-1b2f-4009-ad22-214bf0b5f2cd" providerId="ADAL" clId="{0049896A-D6FE-4F4E-800C-345AAA5891F9}" dt="2026-03-26T10:57:49.375" v="6442" actId="1037"/>
          <ac:spMkLst>
            <pc:docMk/>
            <pc:sldMk cId="3731903608" sldId="273"/>
            <ac:spMk id="6" creationId="{87225CCD-C109-840C-F5C8-F03DF6B69D77}"/>
          </ac:spMkLst>
        </pc:spChg>
        <pc:spChg chg="del">
          <ac:chgData name="FABIO CORGNATI" userId="9bab3dad-1b2f-4009-ad22-214bf0b5f2cd" providerId="ADAL" clId="{0049896A-D6FE-4F4E-800C-345AAA5891F9}" dt="2026-03-26T09:47:01.150" v="2908" actId="478"/>
          <ac:spMkLst>
            <pc:docMk/>
            <pc:sldMk cId="3731903608" sldId="273"/>
            <ac:spMk id="7" creationId="{0B5F298A-693D-BD59-5064-331860F21E63}"/>
          </ac:spMkLst>
        </pc:spChg>
        <pc:spChg chg="add mod">
          <ac:chgData name="FABIO CORGNATI" userId="9bab3dad-1b2f-4009-ad22-214bf0b5f2cd" providerId="ADAL" clId="{0049896A-D6FE-4F4E-800C-345AAA5891F9}" dt="2026-03-26T10:45:27.846" v="5654" actId="1076"/>
          <ac:spMkLst>
            <pc:docMk/>
            <pc:sldMk cId="3731903608" sldId="273"/>
            <ac:spMk id="7" creationId="{97EFD5DF-B94E-7F9F-2752-B5A5FE8F0B74}"/>
          </ac:spMkLst>
        </pc:spChg>
        <pc:spChg chg="add mod">
          <ac:chgData name="FABIO CORGNATI" userId="9bab3dad-1b2f-4009-ad22-214bf0b5f2cd" providerId="ADAL" clId="{0049896A-D6FE-4F4E-800C-345AAA5891F9}" dt="2026-03-26T10:45:37.265" v="5656" actId="1076"/>
          <ac:spMkLst>
            <pc:docMk/>
            <pc:sldMk cId="3731903608" sldId="273"/>
            <ac:spMk id="8" creationId="{2F695FED-3987-DADE-DC90-A7065A516BFC}"/>
          </ac:spMkLst>
        </pc:spChg>
        <pc:spChg chg="add mod">
          <ac:chgData name="FABIO CORGNATI" userId="9bab3dad-1b2f-4009-ad22-214bf0b5f2cd" providerId="ADAL" clId="{0049896A-D6FE-4F4E-800C-345AAA5891F9}" dt="2026-03-26T10:45:44.603" v="5658" actId="1076"/>
          <ac:spMkLst>
            <pc:docMk/>
            <pc:sldMk cId="3731903608" sldId="273"/>
            <ac:spMk id="9" creationId="{2883D823-F4DF-B1E3-54C4-9703BD1BD4FF}"/>
          </ac:spMkLst>
        </pc:spChg>
        <pc:spChg chg="add mod">
          <ac:chgData name="FABIO CORGNATI" userId="9bab3dad-1b2f-4009-ad22-214bf0b5f2cd" providerId="ADAL" clId="{0049896A-D6FE-4F4E-800C-345AAA5891F9}" dt="2026-03-26T10:45:55.167" v="5660" actId="1076"/>
          <ac:spMkLst>
            <pc:docMk/>
            <pc:sldMk cId="3731903608" sldId="273"/>
            <ac:spMk id="10" creationId="{0A33590E-55AC-DC27-B50B-7A287CAFF7D1}"/>
          </ac:spMkLst>
        </pc:spChg>
        <pc:spChg chg="add mod">
          <ac:chgData name="FABIO CORGNATI" userId="9bab3dad-1b2f-4009-ad22-214bf0b5f2cd" providerId="ADAL" clId="{0049896A-D6FE-4F4E-800C-345AAA5891F9}" dt="2026-03-26T10:46:02.269" v="5662" actId="1076"/>
          <ac:spMkLst>
            <pc:docMk/>
            <pc:sldMk cId="3731903608" sldId="273"/>
            <ac:spMk id="11" creationId="{4DED71ED-9939-4B60-ED69-22B8673B1757}"/>
          </ac:spMkLst>
        </pc:spChg>
        <pc:spChg chg="add mod">
          <ac:chgData name="FABIO CORGNATI" userId="9bab3dad-1b2f-4009-ad22-214bf0b5f2cd" providerId="ADAL" clId="{0049896A-D6FE-4F4E-800C-345AAA5891F9}" dt="2026-03-26T10:51:24.038" v="6112" actId="1076"/>
          <ac:spMkLst>
            <pc:docMk/>
            <pc:sldMk cId="3731903608" sldId="273"/>
            <ac:spMk id="12" creationId="{086BDB65-9655-0D3F-F89A-16D5CCE82F50}"/>
          </ac:spMkLst>
        </pc:spChg>
        <pc:spChg chg="add mod">
          <ac:chgData name="FABIO CORGNATI" userId="9bab3dad-1b2f-4009-ad22-214bf0b5f2cd" providerId="ADAL" clId="{0049896A-D6FE-4F4E-800C-345AAA5891F9}" dt="2026-03-26T10:51:30.078" v="6114" actId="1076"/>
          <ac:spMkLst>
            <pc:docMk/>
            <pc:sldMk cId="3731903608" sldId="273"/>
            <ac:spMk id="13" creationId="{F12EACD6-A221-6392-FEBC-B5A3F3F7BBA0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14" creationId="{673DEFAB-C344-C322-D1FA-1194F823255C}"/>
          </ac:spMkLst>
        </pc:spChg>
        <pc:spChg chg="add mod">
          <ac:chgData name="FABIO CORGNATI" userId="9bab3dad-1b2f-4009-ad22-214bf0b5f2cd" providerId="ADAL" clId="{0049896A-D6FE-4F4E-800C-345AAA5891F9}" dt="2026-03-26T10:51:35.895" v="6116" actId="1076"/>
          <ac:spMkLst>
            <pc:docMk/>
            <pc:sldMk cId="3731903608" sldId="273"/>
            <ac:spMk id="14" creationId="{B3CC2D90-634C-8669-0FB9-0D87D15DAECA}"/>
          </ac:spMkLst>
        </pc:spChg>
        <pc:spChg chg="add mod">
          <ac:chgData name="FABIO CORGNATI" userId="9bab3dad-1b2f-4009-ad22-214bf0b5f2cd" providerId="ADAL" clId="{0049896A-D6FE-4F4E-800C-345AAA5891F9}" dt="2026-03-26T10:51:41.407" v="6118" actId="1076"/>
          <ac:spMkLst>
            <pc:docMk/>
            <pc:sldMk cId="3731903608" sldId="273"/>
            <ac:spMk id="15" creationId="{A4706DD3-907D-CA23-D72F-2C3DBAAE6540}"/>
          </ac:spMkLst>
        </pc:spChg>
        <pc:spChg chg="add mod">
          <ac:chgData name="FABIO CORGNATI" userId="9bab3dad-1b2f-4009-ad22-214bf0b5f2cd" providerId="ADAL" clId="{0049896A-D6FE-4F4E-800C-345AAA5891F9}" dt="2026-03-26T10:51:46.723" v="6120" actId="1076"/>
          <ac:spMkLst>
            <pc:docMk/>
            <pc:sldMk cId="3731903608" sldId="273"/>
            <ac:spMk id="16" creationId="{1246BC85-6D1C-8C21-35BF-4BC96B675E0D}"/>
          </ac:spMkLst>
        </pc:spChg>
        <pc:spChg chg="del">
          <ac:chgData name="FABIO CORGNATI" userId="9bab3dad-1b2f-4009-ad22-214bf0b5f2cd" providerId="ADAL" clId="{0049896A-D6FE-4F4E-800C-345AAA5891F9}" dt="2026-03-26T09:46:40.325" v="2903" actId="478"/>
          <ac:spMkLst>
            <pc:docMk/>
            <pc:sldMk cId="3731903608" sldId="273"/>
            <ac:spMk id="17" creationId="{C0046097-D4F1-3D11-5C42-4A11FBD22F98}"/>
          </ac:spMkLst>
        </pc:spChg>
        <pc:spChg chg="add del mod">
          <ac:chgData name="FABIO CORGNATI" userId="9bab3dad-1b2f-4009-ad22-214bf0b5f2cd" providerId="ADAL" clId="{0049896A-D6FE-4F4E-800C-345AAA5891F9}" dt="2026-03-26T10:53:34.705" v="6189" actId="478"/>
          <ac:spMkLst>
            <pc:docMk/>
            <pc:sldMk cId="3731903608" sldId="273"/>
            <ac:spMk id="18" creationId="{39251673-6FA5-E559-DF7B-CA07F1A13DC3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18" creationId="{73CA0C5B-21BA-CE2B-6F29-96655E2638F1}"/>
          </ac:spMkLst>
        </pc:spChg>
        <pc:spChg chg="add mod">
          <ac:chgData name="FABIO CORGNATI" userId="9bab3dad-1b2f-4009-ad22-214bf0b5f2cd" providerId="ADAL" clId="{0049896A-D6FE-4F4E-800C-345AAA5891F9}" dt="2026-03-26T11:14:36.601" v="7535" actId="1076"/>
          <ac:spMkLst>
            <pc:docMk/>
            <pc:sldMk cId="3731903608" sldId="273"/>
            <ac:spMk id="19" creationId="{BED1D517-72F9-99D4-05AC-4A9FD43AB8C4}"/>
          </ac:spMkLst>
        </pc:spChg>
        <pc:spChg chg="add mod">
          <ac:chgData name="FABIO CORGNATI" userId="9bab3dad-1b2f-4009-ad22-214bf0b5f2cd" providerId="ADAL" clId="{0049896A-D6FE-4F4E-800C-345AAA5891F9}" dt="2026-03-26T11:11:28.899" v="7426" actId="20577"/>
          <ac:spMkLst>
            <pc:docMk/>
            <pc:sldMk cId="3731903608" sldId="273"/>
            <ac:spMk id="20" creationId="{A8FB6FE1-A918-6050-0198-20C7B57A86BA}"/>
          </ac:spMkLst>
        </pc:spChg>
        <pc:spChg chg="add mod">
          <ac:chgData name="FABIO CORGNATI" userId="9bab3dad-1b2f-4009-ad22-214bf0b5f2cd" providerId="ADAL" clId="{0049896A-D6FE-4F4E-800C-345AAA5891F9}" dt="2026-03-26T11:11:36.616" v="7428" actId="1076"/>
          <ac:spMkLst>
            <pc:docMk/>
            <pc:sldMk cId="3731903608" sldId="273"/>
            <ac:spMk id="21" creationId="{8120E735-D82D-E4F6-C648-D1B62C45C7DC}"/>
          </ac:spMkLst>
        </pc:spChg>
        <pc:spChg chg="add mod">
          <ac:chgData name="FABIO CORGNATI" userId="9bab3dad-1b2f-4009-ad22-214bf0b5f2cd" providerId="ADAL" clId="{0049896A-D6FE-4F4E-800C-345AAA5891F9}" dt="2026-03-26T11:11:41.007" v="7430" actId="1076"/>
          <ac:spMkLst>
            <pc:docMk/>
            <pc:sldMk cId="3731903608" sldId="273"/>
            <ac:spMk id="22" creationId="{1CEA73D3-FB34-E67E-4404-10509808275C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23" creationId="{99CC8378-946E-30C3-7B35-0DA522695BB3}"/>
          </ac:spMkLst>
        </pc:spChg>
        <pc:spChg chg="add mod">
          <ac:chgData name="FABIO CORGNATI" userId="9bab3dad-1b2f-4009-ad22-214bf0b5f2cd" providerId="ADAL" clId="{0049896A-D6FE-4F4E-800C-345AAA5891F9}" dt="2026-03-26T13:47:28.708" v="11006" actId="1037"/>
          <ac:spMkLst>
            <pc:docMk/>
            <pc:sldMk cId="3731903608" sldId="273"/>
            <ac:spMk id="23" creationId="{D6409628-FE44-0F4A-B0C6-787130BBAE14}"/>
          </ac:spMkLst>
        </pc:spChg>
        <pc:spChg chg="add mod">
          <ac:chgData name="FABIO CORGNATI" userId="9bab3dad-1b2f-4009-ad22-214bf0b5f2cd" providerId="ADAL" clId="{0049896A-D6FE-4F4E-800C-345AAA5891F9}" dt="2026-03-26T13:47:43.842" v="11009" actId="1076"/>
          <ac:spMkLst>
            <pc:docMk/>
            <pc:sldMk cId="3731903608" sldId="273"/>
            <ac:spMk id="24" creationId="{395813ED-1AEB-7293-5222-D5CF7DF3FBC9}"/>
          </ac:spMkLst>
        </pc:spChg>
        <pc:spChg chg="add mod">
          <ac:chgData name="FABIO CORGNATI" userId="9bab3dad-1b2f-4009-ad22-214bf0b5f2cd" providerId="ADAL" clId="{0049896A-D6FE-4F4E-800C-345AAA5891F9}" dt="2026-03-26T13:47:53.473" v="11012" actId="1076"/>
          <ac:spMkLst>
            <pc:docMk/>
            <pc:sldMk cId="3731903608" sldId="273"/>
            <ac:spMk id="25" creationId="{262CD7F1-56F3-90C1-AB8C-A311D82BC8A5}"/>
          </ac:spMkLst>
        </pc:spChg>
        <pc:spChg chg="add mod">
          <ac:chgData name="FABIO CORGNATI" userId="9bab3dad-1b2f-4009-ad22-214bf0b5f2cd" providerId="ADAL" clId="{0049896A-D6FE-4F4E-800C-345AAA5891F9}" dt="2026-03-26T15:26:04.179" v="12603" actId="1035"/>
          <ac:spMkLst>
            <pc:docMk/>
            <pc:sldMk cId="3731903608" sldId="273"/>
            <ac:spMk id="26" creationId="{A8BBAA6E-5510-E607-2369-AA4669B2A777}"/>
          </ac:spMkLst>
        </pc:spChg>
        <pc:spChg chg="add mod">
          <ac:chgData name="FABIO CORGNATI" userId="9bab3dad-1b2f-4009-ad22-214bf0b5f2cd" providerId="ADAL" clId="{0049896A-D6FE-4F4E-800C-345AAA5891F9}" dt="2026-03-26T13:47:56.566" v="11013" actId="1076"/>
          <ac:spMkLst>
            <pc:docMk/>
            <pc:sldMk cId="3731903608" sldId="273"/>
            <ac:spMk id="27" creationId="{3C6684DC-F8BE-7130-41FD-B28645E27093}"/>
          </ac:spMkLst>
        </pc:spChg>
        <pc:spChg chg="add 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28" creationId="{217479D2-7FE3-F088-0037-2E9AFA0F07CA}"/>
          </ac:spMkLst>
        </pc:spChg>
        <pc:spChg chg="add mod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29" creationId="{02C52374-D891-C6A4-0238-B9D474D7B5F6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29" creationId="{48E6FC78-C06D-1039-F109-72365705E329}"/>
          </ac:spMkLst>
        </pc:spChg>
        <pc:spChg chg="add 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0" creationId="{7A305D25-97B0-AE4C-4F47-783121C31661}"/>
          </ac:spMkLst>
        </pc:spChg>
        <pc:spChg chg="add mod">
          <ac:chgData name="FABIO CORGNATI" userId="9bab3dad-1b2f-4009-ad22-214bf0b5f2cd" providerId="ADAL" clId="{0049896A-D6FE-4F4E-800C-345AAA5891F9}" dt="2026-03-26T13:48:13.974" v="11017" actId="1076"/>
          <ac:spMkLst>
            <pc:docMk/>
            <pc:sldMk cId="3731903608" sldId="273"/>
            <ac:spMk id="31" creationId="{4EDECBA7-94E1-3A5D-88FF-611EBECF64BD}"/>
          </ac:spMkLst>
        </pc:spChg>
        <pc:spChg chg="add mod">
          <ac:chgData name="FABIO CORGNATI" userId="9bab3dad-1b2f-4009-ad22-214bf0b5f2cd" providerId="ADAL" clId="{0049896A-D6FE-4F4E-800C-345AAA5891F9}" dt="2026-03-26T15:25:56.405" v="12599" actId="1038"/>
          <ac:spMkLst>
            <pc:docMk/>
            <pc:sldMk cId="3731903608" sldId="273"/>
            <ac:spMk id="32" creationId="{3F14EBAF-49E5-5280-5C1D-87B52C62732C}"/>
          </ac:spMkLst>
        </pc:spChg>
        <pc:spChg chg="add 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3" creationId="{B383923C-4240-E635-0AD8-9CEB14046445}"/>
          </ac:spMkLst>
        </pc:spChg>
        <pc:spChg chg="add 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4" creationId="{E4906BE2-2FFF-C6CA-55AD-5392EF469B40}"/>
          </ac:spMkLst>
        </pc:spChg>
        <pc:spChg chg="add 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5" creationId="{045B4CEE-033C-5DB0-A818-1778E2529CCA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36" creationId="{2CC93953-9335-E751-BAE4-303CD9AEBA71}"/>
          </ac:spMkLst>
        </pc:spChg>
        <pc:spChg chg="add mod">
          <ac:chgData name="FABIO CORGNATI" userId="9bab3dad-1b2f-4009-ad22-214bf0b5f2cd" providerId="ADAL" clId="{0049896A-D6FE-4F4E-800C-345AAA5891F9}" dt="2026-03-26T13:47:09.722" v="10991" actId="1037"/>
          <ac:spMkLst>
            <pc:docMk/>
            <pc:sldMk cId="3731903608" sldId="273"/>
            <ac:spMk id="36" creationId="{88655E0D-66B8-EA6B-6847-3CA4B3B56F44}"/>
          </ac:spMkLst>
        </pc:spChg>
        <pc:spChg chg="add mod">
          <ac:chgData name="FABIO CORGNATI" userId="9bab3dad-1b2f-4009-ad22-214bf0b5f2cd" providerId="ADAL" clId="{0049896A-D6FE-4F4E-800C-345AAA5891F9}" dt="2026-03-26T13:47:09.722" v="10991" actId="1037"/>
          <ac:spMkLst>
            <pc:docMk/>
            <pc:sldMk cId="3731903608" sldId="273"/>
            <ac:spMk id="37" creationId="{F6D78D76-2552-AFFF-515F-335D80FADAAF}"/>
          </ac:spMkLst>
        </pc:spChg>
        <pc:spChg chg="add mod">
          <ac:chgData name="FABIO CORGNATI" userId="9bab3dad-1b2f-4009-ad22-214bf0b5f2cd" providerId="ADAL" clId="{0049896A-D6FE-4F4E-800C-345AAA5891F9}" dt="2026-03-26T13:47:28.708" v="11006" actId="1037"/>
          <ac:spMkLst>
            <pc:docMk/>
            <pc:sldMk cId="3731903608" sldId="273"/>
            <ac:spMk id="38" creationId="{54389EC4-3AF3-5792-8366-A2CB53E9A1E3}"/>
          </ac:spMkLst>
        </pc:spChg>
        <pc:spChg chg="add mod">
          <ac:chgData name="FABIO CORGNATI" userId="9bab3dad-1b2f-4009-ad22-214bf0b5f2cd" providerId="ADAL" clId="{0049896A-D6FE-4F4E-800C-345AAA5891F9}" dt="2026-03-26T13:47:46.406" v="11010" actId="1076"/>
          <ac:spMkLst>
            <pc:docMk/>
            <pc:sldMk cId="3731903608" sldId="273"/>
            <ac:spMk id="39" creationId="{5A99AA0B-87DC-74B8-BAB0-ACD0C5656B69}"/>
          </ac:spMkLst>
        </pc:spChg>
        <pc:spChg chg="add mod">
          <ac:chgData name="FABIO CORGNATI" userId="9bab3dad-1b2f-4009-ad22-214bf0b5f2cd" providerId="ADAL" clId="{0049896A-D6FE-4F4E-800C-345AAA5891F9}" dt="2026-03-26T13:48:25.882" v="11021" actId="1035"/>
          <ac:spMkLst>
            <pc:docMk/>
            <pc:sldMk cId="3731903608" sldId="273"/>
            <ac:spMk id="40" creationId="{C2CA28B1-12EF-3708-8D21-FA5DE23D9314}"/>
          </ac:spMkLst>
        </pc:spChg>
        <pc:spChg chg="add mod">
          <ac:chgData name="FABIO CORGNATI" userId="9bab3dad-1b2f-4009-ad22-214bf0b5f2cd" providerId="ADAL" clId="{0049896A-D6FE-4F4E-800C-345AAA5891F9}" dt="2026-03-26T15:26:01.095" v="12602" actId="1038"/>
          <ac:spMkLst>
            <pc:docMk/>
            <pc:sldMk cId="3731903608" sldId="273"/>
            <ac:spMk id="41" creationId="{FAB612A8-F2C2-0612-E46C-E5BD86C9D2CA}"/>
          </ac:spMkLst>
        </pc:spChg>
        <pc:spChg chg="add mod">
          <ac:chgData name="FABIO CORGNATI" userId="9bab3dad-1b2f-4009-ad22-214bf0b5f2cd" providerId="ADAL" clId="{0049896A-D6FE-4F4E-800C-345AAA5891F9}" dt="2026-03-26T13:48:52.832" v="11030" actId="1076"/>
          <ac:spMkLst>
            <pc:docMk/>
            <pc:sldMk cId="3731903608" sldId="273"/>
            <ac:spMk id="42" creationId="{036D0573-9A66-C88D-950F-12FEA6F64F07}"/>
          </ac:spMkLst>
        </pc:spChg>
        <pc:spChg chg="add mod">
          <ac:chgData name="FABIO CORGNATI" userId="9bab3dad-1b2f-4009-ad22-214bf0b5f2cd" providerId="ADAL" clId="{0049896A-D6FE-4F4E-800C-345AAA5891F9}" dt="2026-03-26T13:47:09.722" v="10991" actId="1037"/>
          <ac:spMkLst>
            <pc:docMk/>
            <pc:sldMk cId="3731903608" sldId="273"/>
            <ac:spMk id="43" creationId="{49F79E88-7075-9569-CF8C-CF1F56355AFB}"/>
          </ac:spMkLst>
        </pc:spChg>
        <pc:spChg chg="add del mod">
          <ac:chgData name="FABIO CORGNATI" userId="9bab3dad-1b2f-4009-ad22-214bf0b5f2cd" providerId="ADAL" clId="{0049896A-D6FE-4F4E-800C-345AAA5891F9}" dt="2026-03-26T13:42:37.436" v="10894" actId="478"/>
          <ac:spMkLst>
            <pc:docMk/>
            <pc:sldMk cId="3731903608" sldId="273"/>
            <ac:spMk id="44" creationId="{8DB5CD94-93E0-9491-EC03-7F89EF22190D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44" creationId="{9FD26401-D1D5-BCBD-5A02-B94101CEE734}"/>
          </ac:spMkLst>
        </pc:spChg>
        <pc:spChg chg="add mod">
          <ac:chgData name="FABIO CORGNATI" userId="9bab3dad-1b2f-4009-ad22-214bf0b5f2cd" providerId="ADAL" clId="{0049896A-D6FE-4F4E-800C-345AAA5891F9}" dt="2026-03-26T13:47:28.708" v="11006" actId="1037"/>
          <ac:spMkLst>
            <pc:docMk/>
            <pc:sldMk cId="3731903608" sldId="273"/>
            <ac:spMk id="45" creationId="{CE7BEE22-C2D7-A898-E481-A47F7C64E8BC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46" creationId="{0967A8C5-5709-220D-8E5D-686ACEC2AAA6}"/>
          </ac:spMkLst>
        </pc:spChg>
        <pc:spChg chg="add mod">
          <ac:chgData name="FABIO CORGNATI" userId="9bab3dad-1b2f-4009-ad22-214bf0b5f2cd" providerId="ADAL" clId="{0049896A-D6FE-4F4E-800C-345AAA5891F9}" dt="2026-03-26T13:47:48.868" v="11011" actId="1076"/>
          <ac:spMkLst>
            <pc:docMk/>
            <pc:sldMk cId="3731903608" sldId="273"/>
            <ac:spMk id="46" creationId="{2CE5E3E9-5C3D-020E-A850-EFC246283967}"/>
          </ac:spMkLst>
        </pc:spChg>
        <pc:spChg chg="add mod">
          <ac:chgData name="FABIO CORGNATI" userId="9bab3dad-1b2f-4009-ad22-214bf0b5f2cd" providerId="ADAL" clId="{0049896A-D6FE-4F4E-800C-345AAA5891F9}" dt="2026-03-26T13:48:19.623" v="11018" actId="1076"/>
          <ac:spMkLst>
            <pc:docMk/>
            <pc:sldMk cId="3731903608" sldId="273"/>
            <ac:spMk id="47" creationId="{BE6F2F1C-94CC-9105-98C6-D01C72489274}"/>
          </ac:spMkLst>
        </pc:spChg>
        <pc:spChg chg="add mod">
          <ac:chgData name="FABIO CORGNATI" userId="9bab3dad-1b2f-4009-ad22-214bf0b5f2cd" providerId="ADAL" clId="{0049896A-D6FE-4F4E-800C-345AAA5891F9}" dt="2026-03-26T13:47:09.722" v="10991" actId="1037"/>
          <ac:spMkLst>
            <pc:docMk/>
            <pc:sldMk cId="3731903608" sldId="273"/>
            <ac:spMk id="48" creationId="{6174412B-C94F-32F8-FCAE-94EBD980C2FD}"/>
          </ac:spMkLst>
        </pc:spChg>
        <pc:spChg chg="add mod">
          <ac:chgData name="FABIO CORGNATI" userId="9bab3dad-1b2f-4009-ad22-214bf0b5f2cd" providerId="ADAL" clId="{0049896A-D6FE-4F4E-800C-345AAA5891F9}" dt="2026-03-26T13:47:33.820" v="11007" actId="1035"/>
          <ac:spMkLst>
            <pc:docMk/>
            <pc:sldMk cId="3731903608" sldId="273"/>
            <ac:spMk id="49" creationId="{8C808204-88D7-ACCC-244A-900334E244EC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51" creationId="{CE6618E3-5426-CD3E-731C-E36F042F5031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56" creationId="{8B9BB366-42F9-47F8-A4BD-3E93B3ABE0DC}"/>
          </ac:spMkLst>
        </pc:spChg>
        <pc:spChg chg="del mod">
          <ac:chgData name="FABIO CORGNATI" userId="9bab3dad-1b2f-4009-ad22-214bf0b5f2cd" providerId="ADAL" clId="{0049896A-D6FE-4F4E-800C-345AAA5891F9}" dt="2026-03-26T09:46:35.445" v="2902" actId="478"/>
          <ac:spMkLst>
            <pc:docMk/>
            <pc:sldMk cId="3731903608" sldId="273"/>
            <ac:spMk id="59" creationId="{7E8317F9-34C6-BEC5-2AB7-E855902CF84D}"/>
          </ac:spMkLst>
        </pc:spChg>
        <pc:spChg chg="del">
          <ac:chgData name="FABIO CORGNATI" userId="9bab3dad-1b2f-4009-ad22-214bf0b5f2cd" providerId="ADAL" clId="{0049896A-D6FE-4F4E-800C-345AAA5891F9}" dt="2026-03-26T09:46:59.191" v="2907" actId="478"/>
          <ac:spMkLst>
            <pc:docMk/>
            <pc:sldMk cId="3731903608" sldId="273"/>
            <ac:spMk id="71" creationId="{B3B3E78B-EAFD-4652-2626-64662300FB02}"/>
          </ac:spMkLst>
        </pc:spChg>
        <pc:spChg chg="mod">
          <ac:chgData name="FABIO CORGNATI" userId="9bab3dad-1b2f-4009-ad22-214bf0b5f2cd" providerId="ADAL" clId="{0049896A-D6FE-4F4E-800C-345AAA5891F9}" dt="2026-03-26T15:14:43.666" v="12461" actId="14100"/>
          <ac:spMkLst>
            <pc:docMk/>
            <pc:sldMk cId="3731903608" sldId="273"/>
            <ac:spMk id="76" creationId="{7FF694E8-58E2-63A4-3DF4-D2F5E746E6F3}"/>
          </ac:spMkLst>
        </pc:spChg>
        <pc:spChg chg="add del mod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0" creationId="{FFE72430-C069-E698-8CA8-7616069806A0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1" creationId="{55F5C840-FB2D-FBBA-DE7C-8CD95C6F51F5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3" creationId="{6116E252-D999-E140-93B0-0EBB84FE32B9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4" creationId="{CD86F5C9-9221-8D8C-BE00-D59EA56DAEC9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5" creationId="{4D950082-FA16-5F81-C4F5-09CDD71E73E9}"/>
          </ac:spMkLst>
        </pc:spChg>
        <pc:spChg chg="add del mod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86" creationId="{2A96FF3E-964F-C033-BBD9-9E5FA1C1A51F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90" creationId="{B4731FC8-6762-F40A-3786-D3ADB2AFE3C0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92" creationId="{37C4C7A7-0D19-FC8A-3886-0184519A01C8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93" creationId="{5D49432C-8D5A-41B8-EAFE-65C4F89CFE44}"/>
          </ac:spMkLst>
        </pc:spChg>
        <pc:spChg chg="del">
          <ac:chgData name="FABIO CORGNATI" userId="9bab3dad-1b2f-4009-ad22-214bf0b5f2cd" providerId="ADAL" clId="{0049896A-D6FE-4F4E-800C-345AAA5891F9}" dt="2026-03-26T09:49:41.566" v="2915" actId="478"/>
          <ac:spMkLst>
            <pc:docMk/>
            <pc:sldMk cId="3731903608" sldId="273"/>
            <ac:spMk id="95" creationId="{B30D4075-3FB0-9C32-1F5F-323867CA9063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05" creationId="{EC6CABB0-44CA-5C66-59A2-1382CC912608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14" creationId="{C8435785-9293-888C-8BE8-B9DD472FCE49}"/>
          </ac:spMkLst>
        </pc:spChg>
        <pc:spChg chg="del">
          <ac:chgData name="FABIO CORGNATI" userId="9bab3dad-1b2f-4009-ad22-214bf0b5f2cd" providerId="ADAL" clId="{0049896A-D6FE-4F4E-800C-345AAA5891F9}" dt="2026-03-26T09:49:34.957" v="2912" actId="478"/>
          <ac:spMkLst>
            <pc:docMk/>
            <pc:sldMk cId="3731903608" sldId="273"/>
            <ac:spMk id="117" creationId="{2AA77084-1589-480B-0DBA-A9636B3C7BFA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23" creationId="{10A1F3BD-6AE1-D918-3A51-054365B1DDDC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45" creationId="{E35726C6-6885-6C1D-46BB-B4C3B124D51A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50" creationId="{178D1D4D-678C-61E7-B6D8-D69085540E97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51" creationId="{7AECC42A-8850-2E4B-8C9E-7CE371B29EE4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52" creationId="{C55CF83B-349F-9334-0F4C-68C571592C7B}"/>
          </ac:spMkLst>
        </pc:spChg>
        <pc:spChg chg="mod">
          <ac:chgData name="FABIO CORGNATI" userId="9bab3dad-1b2f-4009-ad22-214bf0b5f2cd" providerId="ADAL" clId="{0049896A-D6FE-4F4E-800C-345AAA5891F9}" dt="2026-03-26T09:49:20.311" v="2909"/>
          <ac:spMkLst>
            <pc:docMk/>
            <pc:sldMk cId="3731903608" sldId="273"/>
            <ac:spMk id="173" creationId="{78216933-F27D-8571-F73C-11259EC5B8D7}"/>
          </ac:spMkLst>
        </pc:spChg>
        <pc:spChg chg="del">
          <ac:chgData name="FABIO CORGNATI" userId="9bab3dad-1b2f-4009-ad22-214bf0b5f2cd" providerId="ADAL" clId="{0049896A-D6FE-4F4E-800C-345AAA5891F9}" dt="2026-03-26T09:49:49.882" v="2916" actId="478"/>
          <ac:spMkLst>
            <pc:docMk/>
            <pc:sldMk cId="3731903608" sldId="273"/>
            <ac:spMk id="180" creationId="{1CB13531-1D56-C1BD-E487-9B113DF7845A}"/>
          </ac:spMkLst>
        </pc:spChg>
        <pc:spChg chg="del">
          <ac:chgData name="FABIO CORGNATI" userId="9bab3dad-1b2f-4009-ad22-214bf0b5f2cd" providerId="ADAL" clId="{0049896A-D6FE-4F4E-800C-345AAA5891F9}" dt="2026-03-26T09:49:49.882" v="2916" actId="478"/>
          <ac:spMkLst>
            <pc:docMk/>
            <pc:sldMk cId="3731903608" sldId="273"/>
            <ac:spMk id="181" creationId="{A95545C3-E90C-B32E-5BBB-FDD0D3BC31F9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86" creationId="{9F285B4B-217C-E4C4-1EAE-68FE2A83A906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87" creationId="{B65D21EA-D429-037D-06B4-D29A0F8FF8AA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89" creationId="{DDC534E4-8239-321F-EA4C-C38433218C23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91" creationId="{E99442AE-971B-1941-39BE-FBE61150C643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93" creationId="{E262D531-C4DB-DDEF-D3E2-2C4D76A4ECAE}"/>
          </ac:spMkLst>
        </pc:spChg>
        <pc:spChg chg="add del mod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94" creationId="{053F82FC-98AC-E2DC-6666-9C892DD9FE14}"/>
          </ac:spMkLst>
        </pc:spChg>
        <pc:spChg chg="add 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196" creationId="{C404D339-4CEA-52D2-C70F-3154F8EF3010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97" creationId="{180149D8-2705-9635-A7B9-229C0100B5A9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198" creationId="{0836A1D7-C86C-9752-6333-D4C77877AE52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08" creationId="{2AECA72A-65B2-6B70-4B51-FB2304178DD2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33" creationId="{62FC7576-8A3E-58AD-ABFF-3E409FC0BE45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56" creationId="{2ABC48FC-6444-3C9D-C19D-36C32DFAA478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64" creationId="{5CBAF9B7-400E-D238-46C0-56B062D6C66B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65" creationId="{E10F3D72-B488-6AF6-37E0-CC728136445D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73" creationId="{91747CF1-B1BE-CD14-FCBB-2394E90500B6}"/>
          </ac:spMkLst>
        </pc:spChg>
        <pc:spChg chg="mod">
          <ac:chgData name="FABIO CORGNATI" userId="9bab3dad-1b2f-4009-ad22-214bf0b5f2cd" providerId="ADAL" clId="{0049896A-D6FE-4F4E-800C-345AAA5891F9}" dt="2026-03-26T09:49:27.469" v="2910"/>
          <ac:spMkLst>
            <pc:docMk/>
            <pc:sldMk cId="3731903608" sldId="273"/>
            <ac:spMk id="280" creationId="{EF8183A6-B2D6-C3EB-49BA-9854068E1A98}"/>
          </ac:spMkLst>
        </pc:spChg>
        <pc:spChg chg="add del mod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283" creationId="{6D89934E-F2BB-15C3-46DE-6FEE567F5223}"/>
          </ac:spMkLst>
        </pc:spChg>
        <pc:spChg chg="del">
          <ac:chgData name="FABIO CORGNATI" userId="9bab3dad-1b2f-4009-ad22-214bf0b5f2cd" providerId="ADAL" clId="{0049896A-D6FE-4F4E-800C-345AAA5891F9}" dt="2026-03-26T09:49:31.402" v="2911" actId="21"/>
          <ac:spMkLst>
            <pc:docMk/>
            <pc:sldMk cId="3731903608" sldId="273"/>
            <ac:spMk id="284" creationId="{07798EE1-2AAE-C79D-B496-3C163D615C65}"/>
          </ac:spMkLst>
        </pc:spChg>
        <pc:spChg chg="mod">
          <ac:chgData name="FABIO CORGNATI" userId="9bab3dad-1b2f-4009-ad22-214bf0b5f2cd" providerId="ADAL" clId="{0049896A-D6FE-4F4E-800C-345AAA5891F9}" dt="2026-03-26T10:05:20.779" v="3303" actId="1076"/>
          <ac:spMkLst>
            <pc:docMk/>
            <pc:sldMk cId="3731903608" sldId="273"/>
            <ac:spMk id="286" creationId="{EA2CF5BB-2BC4-B70A-E589-5135A65E9FC7}"/>
          </ac:spMkLst>
        </pc:spChg>
        <pc:spChg chg="mod">
          <ac:chgData name="FABIO CORGNATI" userId="9bab3dad-1b2f-4009-ad22-214bf0b5f2cd" providerId="ADAL" clId="{0049896A-D6FE-4F4E-800C-345AAA5891F9}" dt="2026-03-26T10:03:07.486" v="3275" actId="1035"/>
          <ac:spMkLst>
            <pc:docMk/>
            <pc:sldMk cId="3731903608" sldId="273"/>
            <ac:spMk id="287" creationId="{39744FC6-F0C8-A9EB-C091-532A5EBD841E}"/>
          </ac:spMkLst>
        </pc:spChg>
        <pc:spChg chg="mod">
          <ac:chgData name="FABIO CORGNATI" userId="9bab3dad-1b2f-4009-ad22-214bf0b5f2cd" providerId="ADAL" clId="{0049896A-D6FE-4F4E-800C-345AAA5891F9}" dt="2026-03-26T10:06:06.498" v="3308" actId="1076"/>
          <ac:spMkLst>
            <pc:docMk/>
            <pc:sldMk cId="3731903608" sldId="273"/>
            <ac:spMk id="299" creationId="{C404D339-4CEA-52D2-C70F-3154F8EF3010}"/>
          </ac:spMkLst>
        </pc:spChg>
        <pc:spChg chg="del mod">
          <ac:chgData name="FABIO CORGNATI" userId="9bab3dad-1b2f-4009-ad22-214bf0b5f2cd" providerId="ADAL" clId="{0049896A-D6FE-4F4E-800C-345AAA5891F9}" dt="2026-03-26T10:05:57.820" v="3307" actId="478"/>
          <ac:spMkLst>
            <pc:docMk/>
            <pc:sldMk cId="3731903608" sldId="273"/>
            <ac:spMk id="300" creationId="{180149D8-2705-9635-A7B9-229C0100B5A9}"/>
          </ac:spMkLst>
        </pc:spChg>
        <pc:spChg chg="mod">
          <ac:chgData name="FABIO CORGNATI" userId="9bab3dad-1b2f-4009-ad22-214bf0b5f2cd" providerId="ADAL" clId="{0049896A-D6FE-4F4E-800C-345AAA5891F9}" dt="2026-03-26T10:05:18.428" v="3302" actId="1076"/>
          <ac:spMkLst>
            <pc:docMk/>
            <pc:sldMk cId="3731903608" sldId="273"/>
            <ac:spMk id="301" creationId="{0836A1D7-C86C-9752-6333-D4C77877AE52}"/>
          </ac:spMkLst>
        </pc:spChg>
        <pc:spChg chg="mod topLvl">
          <ac:chgData name="FABIO CORGNATI" userId="9bab3dad-1b2f-4009-ad22-214bf0b5f2cd" providerId="ADAL" clId="{0049896A-D6FE-4F4E-800C-345AAA5891F9}" dt="2026-03-26T13:43:52.472" v="10918" actId="1076"/>
          <ac:spMkLst>
            <pc:docMk/>
            <pc:sldMk cId="3731903608" sldId="273"/>
            <ac:spMk id="303" creationId="{3DA0DA09-D539-A12C-5CF6-84186EBCDA21}"/>
          </ac:spMkLst>
        </pc:spChg>
        <pc:spChg chg="mod topLvl">
          <ac:chgData name="FABIO CORGNATI" userId="9bab3dad-1b2f-4009-ad22-214bf0b5f2cd" providerId="ADAL" clId="{0049896A-D6FE-4F4E-800C-345AAA5891F9}" dt="2026-03-26T11:19:26.171" v="7812" actId="13926"/>
          <ac:spMkLst>
            <pc:docMk/>
            <pc:sldMk cId="3731903608" sldId="273"/>
            <ac:spMk id="304" creationId="{0AD0762C-FD5D-D94A-5775-EA3DA878EC17}"/>
          </ac:spMkLst>
        </pc:spChg>
        <pc:spChg chg="mod topLvl">
          <ac:chgData name="FABIO CORGNATI" userId="9bab3dad-1b2f-4009-ad22-214bf0b5f2cd" providerId="ADAL" clId="{0049896A-D6FE-4F4E-800C-345AAA5891F9}" dt="2026-03-26T13:43:30.405" v="10911" actId="1038"/>
          <ac:spMkLst>
            <pc:docMk/>
            <pc:sldMk cId="3731903608" sldId="273"/>
            <ac:spMk id="305" creationId="{0825703B-EDA6-AE78-D8B7-CB5CC5612023}"/>
          </ac:spMkLst>
        </pc:spChg>
        <pc:spChg chg="mod topLvl">
          <ac:chgData name="FABIO CORGNATI" userId="9bab3dad-1b2f-4009-ad22-214bf0b5f2cd" providerId="ADAL" clId="{0049896A-D6FE-4F4E-800C-345AAA5891F9}" dt="2026-03-26T13:43:48.726" v="10917" actId="1076"/>
          <ac:spMkLst>
            <pc:docMk/>
            <pc:sldMk cId="3731903608" sldId="273"/>
            <ac:spMk id="306" creationId="{E052D801-9472-2156-907B-59148831A2DF}"/>
          </ac:spMkLst>
        </pc:spChg>
        <pc:spChg chg="mod topLvl">
          <ac:chgData name="FABIO CORGNATI" userId="9bab3dad-1b2f-4009-ad22-214bf0b5f2cd" providerId="ADAL" clId="{0049896A-D6FE-4F4E-800C-345AAA5891F9}" dt="2026-03-26T13:43:34.807" v="10912" actId="1076"/>
          <ac:spMkLst>
            <pc:docMk/>
            <pc:sldMk cId="3731903608" sldId="273"/>
            <ac:spMk id="307" creationId="{56B1E179-A6A0-F40D-7D2F-0F5B63B71A79}"/>
          </ac:spMkLst>
        </pc:spChg>
        <pc:spChg chg="mod topLvl">
          <ac:chgData name="FABIO CORGNATI" userId="9bab3dad-1b2f-4009-ad22-214bf0b5f2cd" providerId="ADAL" clId="{0049896A-D6FE-4F4E-800C-345AAA5891F9}" dt="2026-03-26T13:43:36.717" v="10913" actId="1076"/>
          <ac:spMkLst>
            <pc:docMk/>
            <pc:sldMk cId="3731903608" sldId="273"/>
            <ac:spMk id="308" creationId="{FAF72ECB-FE5D-DB35-DDAA-DD154BA2C88A}"/>
          </ac:spMkLst>
        </pc:spChg>
        <pc:spChg chg="mod topLvl">
          <ac:chgData name="FABIO CORGNATI" userId="9bab3dad-1b2f-4009-ad22-214bf0b5f2cd" providerId="ADAL" clId="{0049896A-D6FE-4F4E-800C-345AAA5891F9}" dt="2026-03-26T13:43:43.690" v="10915" actId="1076"/>
          <ac:spMkLst>
            <pc:docMk/>
            <pc:sldMk cId="3731903608" sldId="273"/>
            <ac:spMk id="309" creationId="{CA19C43F-16A0-D3B5-A0B6-AF87A5AA0FB9}"/>
          </ac:spMkLst>
        </pc:spChg>
        <pc:spChg chg="mod topLvl">
          <ac:chgData name="FABIO CORGNATI" userId="9bab3dad-1b2f-4009-ad22-214bf0b5f2cd" providerId="ADAL" clId="{0049896A-D6FE-4F4E-800C-345AAA5891F9}" dt="2026-03-26T13:43:45.866" v="10916" actId="1076"/>
          <ac:spMkLst>
            <pc:docMk/>
            <pc:sldMk cId="3731903608" sldId="273"/>
            <ac:spMk id="310" creationId="{574F8B19-E7D7-7787-C5AC-3EEF9917F53E}"/>
          </ac:spMkLst>
        </pc:spChg>
        <pc:spChg chg="del mod topLvl">
          <ac:chgData name="FABIO CORGNATI" userId="9bab3dad-1b2f-4009-ad22-214bf0b5f2cd" providerId="ADAL" clId="{0049896A-D6FE-4F4E-800C-345AAA5891F9}" dt="2026-03-26T10:15:49.129" v="3904" actId="478"/>
          <ac:spMkLst>
            <pc:docMk/>
            <pc:sldMk cId="3731903608" sldId="273"/>
            <ac:spMk id="311" creationId="{2AECA72A-65B2-6B70-4B51-FB2304178DD2}"/>
          </ac:spMkLst>
        </pc:spChg>
        <pc:spChg chg="del mod topLvl">
          <ac:chgData name="FABIO CORGNATI" userId="9bab3dad-1b2f-4009-ad22-214bf0b5f2cd" providerId="ADAL" clId="{0049896A-D6FE-4F4E-800C-345AAA5891F9}" dt="2026-03-26T13:20:36.478" v="9230" actId="478"/>
          <ac:spMkLst>
            <pc:docMk/>
            <pc:sldMk cId="3731903608" sldId="273"/>
            <ac:spMk id="313" creationId="{F7F6D78F-A8DE-3F40-32F8-FC4988664D96}"/>
          </ac:spMkLst>
        </pc:spChg>
        <pc:spChg chg="del mod topLvl">
          <ac:chgData name="FABIO CORGNATI" userId="9bab3dad-1b2f-4009-ad22-214bf0b5f2cd" providerId="ADAL" clId="{0049896A-D6FE-4F4E-800C-345AAA5891F9}" dt="2026-03-26T13:32:32.217" v="10088" actId="478"/>
          <ac:spMkLst>
            <pc:docMk/>
            <pc:sldMk cId="3731903608" sldId="273"/>
            <ac:spMk id="314" creationId="{82092D5E-4FA7-6FA9-97EA-873BB0CBBC49}"/>
          </ac:spMkLst>
        </pc:spChg>
        <pc:spChg chg="del mod topLvl">
          <ac:chgData name="FABIO CORGNATI" userId="9bab3dad-1b2f-4009-ad22-214bf0b5f2cd" providerId="ADAL" clId="{0049896A-D6FE-4F4E-800C-345AAA5891F9}" dt="2026-03-26T10:55:16.185" v="6201" actId="478"/>
          <ac:spMkLst>
            <pc:docMk/>
            <pc:sldMk cId="3731903608" sldId="273"/>
            <ac:spMk id="315" creationId="{F9C94931-9A15-7A7C-7F3F-6E5E0CC32AFD}"/>
          </ac:spMkLst>
        </pc:spChg>
        <pc:spChg chg="del mod topLvl">
          <ac:chgData name="FABIO CORGNATI" userId="9bab3dad-1b2f-4009-ad22-214bf0b5f2cd" providerId="ADAL" clId="{0049896A-D6FE-4F4E-800C-345AAA5891F9}" dt="2026-03-26T10:37:31.522" v="5109" actId="21"/>
          <ac:spMkLst>
            <pc:docMk/>
            <pc:sldMk cId="3731903608" sldId="273"/>
            <ac:spMk id="316" creationId="{87225CCD-C109-840C-F5C8-F03DF6B69D77}"/>
          </ac:spMkLst>
        </pc:spChg>
        <pc:spChg chg="mod topLvl">
          <ac:chgData name="FABIO CORGNATI" userId="9bab3dad-1b2f-4009-ad22-214bf0b5f2cd" providerId="ADAL" clId="{0049896A-D6FE-4F4E-800C-345AAA5891F9}" dt="2026-03-26T11:04:16.356" v="7022" actId="6549"/>
          <ac:spMkLst>
            <pc:docMk/>
            <pc:sldMk cId="3731903608" sldId="273"/>
            <ac:spMk id="317" creationId="{248DC65F-CA96-BBA0-F22C-7B6FCE5C8805}"/>
          </ac:spMkLst>
        </pc:spChg>
        <pc:spChg chg="del mod topLvl">
          <ac:chgData name="FABIO CORGNATI" userId="9bab3dad-1b2f-4009-ad22-214bf0b5f2cd" providerId="ADAL" clId="{0049896A-D6FE-4F4E-800C-345AAA5891F9}" dt="2026-03-26T11:14:22.581" v="7534" actId="478"/>
          <ac:spMkLst>
            <pc:docMk/>
            <pc:sldMk cId="3731903608" sldId="273"/>
            <ac:spMk id="318" creationId="{0C63B9EC-7F42-E5E5-252D-0A8A5637AA56}"/>
          </ac:spMkLst>
        </pc:spChg>
        <pc:spChg chg="del mod topLvl">
          <ac:chgData name="FABIO CORGNATI" userId="9bab3dad-1b2f-4009-ad22-214bf0b5f2cd" providerId="ADAL" clId="{0049896A-D6FE-4F4E-800C-345AAA5891F9}" dt="2026-03-26T11:03:38.749" v="6985" actId="478"/>
          <ac:spMkLst>
            <pc:docMk/>
            <pc:sldMk cId="3731903608" sldId="273"/>
            <ac:spMk id="319" creationId="{0E6237EC-967B-E891-BF85-1890A090111A}"/>
          </ac:spMkLst>
        </pc:spChg>
        <pc:spChg chg="mod topLvl">
          <ac:chgData name="FABIO CORGNATI" userId="9bab3dad-1b2f-4009-ad22-214bf0b5f2cd" providerId="ADAL" clId="{0049896A-D6FE-4F4E-800C-345AAA5891F9}" dt="2026-03-26T11:14:13.418" v="7530" actId="6549"/>
          <ac:spMkLst>
            <pc:docMk/>
            <pc:sldMk cId="3731903608" sldId="273"/>
            <ac:spMk id="320" creationId="{FA0283B4-E5F2-6027-74F1-0461346322FA}"/>
          </ac:spMkLst>
        </pc:spChg>
        <pc:spChg chg="mod topLvl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21" creationId="{49CB7C07-F2E4-8E30-5392-3460C2238E65}"/>
          </ac:spMkLst>
        </pc:spChg>
        <pc:spChg chg="del mod topLvl">
          <ac:chgData name="FABIO CORGNATI" userId="9bab3dad-1b2f-4009-ad22-214bf0b5f2cd" providerId="ADAL" clId="{0049896A-D6FE-4F4E-800C-345AAA5891F9}" dt="2026-03-26T13:32:42.462" v="10089" actId="478"/>
          <ac:spMkLst>
            <pc:docMk/>
            <pc:sldMk cId="3731903608" sldId="273"/>
            <ac:spMk id="322" creationId="{A225DF97-2EF0-20C4-1360-6BD79590E296}"/>
          </ac:spMkLst>
        </pc:spChg>
        <pc:spChg chg="del mod">
          <ac:chgData name="FABIO CORGNATI" userId="9bab3dad-1b2f-4009-ad22-214bf0b5f2cd" providerId="ADAL" clId="{0049896A-D6FE-4F4E-800C-345AAA5891F9}" dt="2026-03-26T09:50:05.177" v="2920" actId="478"/>
          <ac:spMkLst>
            <pc:docMk/>
            <pc:sldMk cId="3731903608" sldId="273"/>
            <ac:spMk id="323" creationId="{58B99816-0FBE-E9D7-8680-8814D10BE5D8}"/>
          </ac:spMkLst>
        </pc:spChg>
        <pc:spChg chg="mod">
          <ac:chgData name="FABIO CORGNATI" userId="9bab3dad-1b2f-4009-ad22-214bf0b5f2cd" providerId="ADAL" clId="{0049896A-D6FE-4F4E-800C-345AAA5891F9}" dt="2026-03-26T15:25:33.228" v="12590" actId="1036"/>
          <ac:spMkLst>
            <pc:docMk/>
            <pc:sldMk cId="3731903608" sldId="273"/>
            <ac:spMk id="325" creationId="{DF41B6D9-C968-D517-2813-707124A40746}"/>
          </ac:spMkLst>
        </pc:spChg>
        <pc:spChg chg="mod">
          <ac:chgData name="FABIO CORGNATI" userId="9bab3dad-1b2f-4009-ad22-214bf0b5f2cd" providerId="ADAL" clId="{0049896A-D6FE-4F4E-800C-345AAA5891F9}" dt="2026-03-26T10:04:26.391" v="3285" actId="1076"/>
          <ac:spMkLst>
            <pc:docMk/>
            <pc:sldMk cId="3731903608" sldId="273"/>
            <ac:spMk id="326" creationId="{69673026-F63F-56F9-C470-0CD5DF3FB7DE}"/>
          </ac:spMkLst>
        </pc:spChg>
        <pc:spChg chg="del">
          <ac:chgData name="FABIO CORGNATI" userId="9bab3dad-1b2f-4009-ad22-214bf0b5f2cd" providerId="ADAL" clId="{0049896A-D6FE-4F4E-800C-345AAA5891F9}" dt="2026-03-26T10:04:59.744" v="3298" actId="478"/>
          <ac:spMkLst>
            <pc:docMk/>
            <pc:sldMk cId="3731903608" sldId="273"/>
            <ac:spMk id="327" creationId="{69383F46-2012-6206-DE75-9AC73F86ED1C}"/>
          </ac:spMkLst>
        </pc:spChg>
        <pc:spChg chg="del">
          <ac:chgData name="FABIO CORGNATI" userId="9bab3dad-1b2f-4009-ad22-214bf0b5f2cd" providerId="ADAL" clId="{0049896A-D6FE-4F4E-800C-345AAA5891F9}" dt="2026-03-26T10:05:01.617" v="3299" actId="478"/>
          <ac:spMkLst>
            <pc:docMk/>
            <pc:sldMk cId="3731903608" sldId="273"/>
            <ac:spMk id="328" creationId="{4BD34549-0BA2-052E-6618-2B5A46F84AC8}"/>
          </ac:spMkLst>
        </pc:spChg>
        <pc:spChg chg="del">
          <ac:chgData name="FABIO CORGNATI" userId="9bab3dad-1b2f-4009-ad22-214bf0b5f2cd" providerId="ADAL" clId="{0049896A-D6FE-4F4E-800C-345AAA5891F9}" dt="2026-03-26T10:11:57.057" v="3640" actId="478"/>
          <ac:spMkLst>
            <pc:docMk/>
            <pc:sldMk cId="3731903608" sldId="273"/>
            <ac:spMk id="329" creationId="{319AA1CE-1848-2E72-D935-B34A588583F8}"/>
          </ac:spMkLst>
        </pc:spChg>
        <pc:spChg chg="del mod topLvl">
          <ac:chgData name="FABIO CORGNATI" userId="9bab3dad-1b2f-4009-ad22-214bf0b5f2cd" providerId="ADAL" clId="{0049896A-D6FE-4F4E-800C-345AAA5891F9}" dt="2026-03-26T10:11:57.963" v="3641" actId="478"/>
          <ac:spMkLst>
            <pc:docMk/>
            <pc:sldMk cId="3731903608" sldId="273"/>
            <ac:spMk id="330" creationId="{48983781-00E7-BF82-AF01-EC896423BE37}"/>
          </ac:spMkLst>
        </pc:spChg>
        <pc:spChg chg="del">
          <ac:chgData name="FABIO CORGNATI" userId="9bab3dad-1b2f-4009-ad22-214bf0b5f2cd" providerId="ADAL" clId="{0049896A-D6FE-4F4E-800C-345AAA5891F9}" dt="2026-03-26T10:12:00.180" v="3642" actId="478"/>
          <ac:spMkLst>
            <pc:docMk/>
            <pc:sldMk cId="3731903608" sldId="273"/>
            <ac:spMk id="331" creationId="{55D2CCCD-E771-0F27-D3A8-7B3850E15AC6}"/>
          </ac:spMkLst>
        </pc:spChg>
        <pc:spChg chg="del">
          <ac:chgData name="FABIO CORGNATI" userId="9bab3dad-1b2f-4009-ad22-214bf0b5f2cd" providerId="ADAL" clId="{0049896A-D6FE-4F4E-800C-345AAA5891F9}" dt="2026-03-26T10:17:05.490" v="4021" actId="478"/>
          <ac:spMkLst>
            <pc:docMk/>
            <pc:sldMk cId="3731903608" sldId="273"/>
            <ac:spMk id="332" creationId="{0FBE6BAF-AC7A-9827-F581-C8B6CE03A99C}"/>
          </ac:spMkLst>
        </pc:spChg>
        <pc:spChg chg="del">
          <ac:chgData name="FABIO CORGNATI" userId="9bab3dad-1b2f-4009-ad22-214bf0b5f2cd" providerId="ADAL" clId="{0049896A-D6FE-4F4E-800C-345AAA5891F9}" dt="2026-03-26T10:17:06.994" v="4022" actId="478"/>
          <ac:spMkLst>
            <pc:docMk/>
            <pc:sldMk cId="3731903608" sldId="273"/>
            <ac:spMk id="333" creationId="{973A9A0D-1B04-B4F9-5B2D-E3C884F1A62C}"/>
          </ac:spMkLst>
        </pc:spChg>
        <pc:spChg chg="mod">
          <ac:chgData name="FABIO CORGNATI" userId="9bab3dad-1b2f-4009-ad22-214bf0b5f2cd" providerId="ADAL" clId="{0049896A-D6FE-4F4E-800C-345AAA5891F9}" dt="2026-03-26T10:17:19.244" v="4023" actId="1076"/>
          <ac:spMkLst>
            <pc:docMk/>
            <pc:sldMk cId="3731903608" sldId="273"/>
            <ac:spMk id="334" creationId="{2CA44C02-B5DF-7276-06C8-D858C457378F}"/>
          </ac:spMkLst>
        </pc:spChg>
        <pc:spChg chg="del">
          <ac:chgData name="FABIO CORGNATI" userId="9bab3dad-1b2f-4009-ad22-214bf0b5f2cd" providerId="ADAL" clId="{0049896A-D6FE-4F4E-800C-345AAA5891F9}" dt="2026-03-26T10:17:33.296" v="4025" actId="478"/>
          <ac:spMkLst>
            <pc:docMk/>
            <pc:sldMk cId="3731903608" sldId="273"/>
            <ac:spMk id="335" creationId="{C51E7DFE-DE9C-6172-FC9C-787D834550BB}"/>
          </ac:spMkLst>
        </pc:spChg>
        <pc:spChg chg="mod topLvl">
          <ac:chgData name="FABIO CORGNATI" userId="9bab3dad-1b2f-4009-ad22-214bf0b5f2cd" providerId="ADAL" clId="{0049896A-D6FE-4F4E-800C-345AAA5891F9}" dt="2026-03-26T09:57:02.796" v="3033" actId="165"/>
          <ac:spMkLst>
            <pc:docMk/>
            <pc:sldMk cId="3731903608" sldId="273"/>
            <ac:spMk id="336" creationId="{62FC7576-8A3E-58AD-ABFF-3E409FC0BE45}"/>
          </ac:spMkLst>
        </pc:spChg>
        <pc:spChg chg="del">
          <ac:chgData name="FABIO CORGNATI" userId="9bab3dad-1b2f-4009-ad22-214bf0b5f2cd" providerId="ADAL" clId="{0049896A-D6FE-4F4E-800C-345AAA5891F9}" dt="2026-03-26T10:20:21.492" v="4180" actId="478"/>
          <ac:spMkLst>
            <pc:docMk/>
            <pc:sldMk cId="3731903608" sldId="273"/>
            <ac:spMk id="337" creationId="{664DF6DF-7007-D7AE-2D29-5C6E09423889}"/>
          </ac:spMkLst>
        </pc:spChg>
        <pc:spChg chg="del mod">
          <ac:chgData name="FABIO CORGNATI" userId="9bab3dad-1b2f-4009-ad22-214bf0b5f2cd" providerId="ADAL" clId="{0049896A-D6FE-4F4E-800C-345AAA5891F9}" dt="2026-03-26T10:17:29.127" v="4024" actId="478"/>
          <ac:spMkLst>
            <pc:docMk/>
            <pc:sldMk cId="3731903608" sldId="273"/>
            <ac:spMk id="339" creationId="{72F19CA5-B318-0104-08E1-AA285AD823D5}"/>
          </ac:spMkLst>
        </pc:spChg>
        <pc:spChg chg="mod topLvl">
          <ac:chgData name="FABIO CORGNATI" userId="9bab3dad-1b2f-4009-ad22-214bf0b5f2cd" providerId="ADAL" clId="{0049896A-D6FE-4F4E-800C-345AAA5891F9}" dt="2026-03-26T10:27:21.238" v="4582" actId="1076"/>
          <ac:spMkLst>
            <pc:docMk/>
            <pc:sldMk cId="3731903608" sldId="273"/>
            <ac:spMk id="340" creationId="{AB4660EA-5161-8621-6FDA-C61A4A5B5FD0}"/>
          </ac:spMkLst>
        </pc:spChg>
        <pc:spChg chg="mod topLvl">
          <ac:chgData name="FABIO CORGNATI" userId="9bab3dad-1b2f-4009-ad22-214bf0b5f2cd" providerId="ADAL" clId="{0049896A-D6FE-4F4E-800C-345AAA5891F9}" dt="2026-03-26T10:27:31.709" v="4583" actId="1076"/>
          <ac:spMkLst>
            <pc:docMk/>
            <pc:sldMk cId="3731903608" sldId="273"/>
            <ac:spMk id="341" creationId="{034B13C5-F4BB-2AD4-543D-F65D087E3580}"/>
          </ac:spMkLst>
        </pc:spChg>
        <pc:spChg chg="del">
          <ac:chgData name="FABIO CORGNATI" userId="9bab3dad-1b2f-4009-ad22-214bf0b5f2cd" providerId="ADAL" clId="{0049896A-D6FE-4F4E-800C-345AAA5891F9}" dt="2026-03-26T13:45:37.208" v="10964" actId="478"/>
          <ac:spMkLst>
            <pc:docMk/>
            <pc:sldMk cId="3731903608" sldId="273"/>
            <ac:spMk id="342" creationId="{1AE43281-C384-1A1F-ED2B-3CC8980308A5}"/>
          </ac:spMkLst>
        </pc:spChg>
        <pc:spChg chg="del mod">
          <ac:chgData name="FABIO CORGNATI" userId="9bab3dad-1b2f-4009-ad22-214bf0b5f2cd" providerId="ADAL" clId="{0049896A-D6FE-4F4E-800C-345AAA5891F9}" dt="2026-03-26T13:24:21.314" v="9552" actId="478"/>
          <ac:spMkLst>
            <pc:docMk/>
            <pc:sldMk cId="3731903608" sldId="273"/>
            <ac:spMk id="343" creationId="{CC533346-1A4F-DEFF-33F0-2799E7DB647C}"/>
          </ac:spMkLst>
        </pc:spChg>
        <pc:spChg chg="del mod">
          <ac:chgData name="FABIO CORGNATI" userId="9bab3dad-1b2f-4009-ad22-214bf0b5f2cd" providerId="ADAL" clId="{0049896A-D6FE-4F4E-800C-345AAA5891F9}" dt="2026-03-26T10:51:53.568" v="6121" actId="478"/>
          <ac:spMkLst>
            <pc:docMk/>
            <pc:sldMk cId="3731903608" sldId="273"/>
            <ac:spMk id="344" creationId="{C19FF3AC-8C44-B7C7-F8E9-0C1C6016C5F7}"/>
          </ac:spMkLst>
        </pc:spChg>
        <pc:spChg chg="del mod topLvl">
          <ac:chgData name="FABIO CORGNATI" userId="9bab3dad-1b2f-4009-ad22-214bf0b5f2cd" providerId="ADAL" clId="{0049896A-D6FE-4F4E-800C-345AAA5891F9}" dt="2026-03-26T10:57:18.635" v="6430" actId="478"/>
          <ac:spMkLst>
            <pc:docMk/>
            <pc:sldMk cId="3731903608" sldId="273"/>
            <ac:spMk id="345" creationId="{29901E12-7B51-9FEE-C695-A7933271DFA1}"/>
          </ac:spMkLst>
        </pc:spChg>
        <pc:spChg chg="mod">
          <ac:chgData name="FABIO CORGNATI" userId="9bab3dad-1b2f-4009-ad22-214bf0b5f2cd" providerId="ADAL" clId="{0049896A-D6FE-4F4E-800C-345AAA5891F9}" dt="2026-03-26T10:57:38.505" v="6436" actId="20577"/>
          <ac:spMkLst>
            <pc:docMk/>
            <pc:sldMk cId="3731903608" sldId="273"/>
            <ac:spMk id="346" creationId="{5EC45F29-9934-1A48-1D2C-AAAA1961F642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47" creationId="{5F505FBA-BE92-DD2F-C0F0-8926DE2BC2C0}"/>
          </ac:spMkLst>
        </pc:spChg>
        <pc:spChg chg="del">
          <ac:chgData name="FABIO CORGNATI" userId="9bab3dad-1b2f-4009-ad22-214bf0b5f2cd" providerId="ADAL" clId="{0049896A-D6FE-4F4E-800C-345AAA5891F9}" dt="2026-03-26T13:24:29.787" v="9556" actId="478"/>
          <ac:spMkLst>
            <pc:docMk/>
            <pc:sldMk cId="3731903608" sldId="273"/>
            <ac:spMk id="348" creationId="{54BE5723-A034-E990-03D7-7FD38C331E4C}"/>
          </ac:spMkLst>
        </pc:spChg>
        <pc:spChg chg="del mod">
          <ac:chgData name="FABIO CORGNATI" userId="9bab3dad-1b2f-4009-ad22-214bf0b5f2cd" providerId="ADAL" clId="{0049896A-D6FE-4F4E-800C-345AAA5891F9}" dt="2026-03-26T13:24:29.787" v="9556" actId="478"/>
          <ac:spMkLst>
            <pc:docMk/>
            <pc:sldMk cId="3731903608" sldId="273"/>
            <ac:spMk id="349" creationId="{B7E50EB8-3BA8-2BDB-EA11-919AEB125E63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50" creationId="{2E66BBB5-5FC3-5C50-D2B0-2A9B37EBF571}"/>
          </ac:spMkLst>
        </pc:spChg>
        <pc:spChg chg="del mod">
          <ac:chgData name="FABIO CORGNATI" userId="9bab3dad-1b2f-4009-ad22-214bf0b5f2cd" providerId="ADAL" clId="{0049896A-D6FE-4F4E-800C-345AAA5891F9}" dt="2026-03-26T13:24:29.787" v="9556" actId="478"/>
          <ac:spMkLst>
            <pc:docMk/>
            <pc:sldMk cId="3731903608" sldId="273"/>
            <ac:spMk id="351" creationId="{2915C89C-1AE2-6751-4897-1B943957E8C7}"/>
          </ac:spMkLst>
        </pc:spChg>
        <pc:spChg chg="del mod">
          <ac:chgData name="FABIO CORGNATI" userId="9bab3dad-1b2f-4009-ad22-214bf0b5f2cd" providerId="ADAL" clId="{0049896A-D6FE-4F4E-800C-345AAA5891F9}" dt="2026-03-26T13:24:29.787" v="9556" actId="478"/>
          <ac:spMkLst>
            <pc:docMk/>
            <pc:sldMk cId="3731903608" sldId="273"/>
            <ac:spMk id="352" creationId="{6F3935BC-902F-C3CE-471F-18CAC77340ED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53" creationId="{84B193A5-2006-C4C7-59FC-12E6E763256F}"/>
          </ac:spMkLst>
        </pc:spChg>
        <pc:spChg chg="del mod topLv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54" creationId="{861D30B7-7FF3-2E00-FFAF-4B5F90D1FB0F}"/>
          </ac:spMkLst>
        </pc:spChg>
        <pc:spChg chg="mod ord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355" creationId="{9006FC2C-1D6F-976A-A4E2-75A46467FD42}"/>
          </ac:spMkLst>
        </pc:spChg>
        <pc:spChg chg="mod ord topLvl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356" creationId="{E881D1E0-84BC-DD9E-6A9D-4079F5F4F346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57" creationId="{DCDA4745-92CC-2263-AF32-3617B239D36C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58" creationId="{9755C93F-86E5-D40F-C1A9-F6E9CF722E98}"/>
          </ac:spMkLst>
        </pc:spChg>
        <pc:spChg chg="mod">
          <ac:chgData name="FABIO CORGNATI" userId="9bab3dad-1b2f-4009-ad22-214bf0b5f2cd" providerId="ADAL" clId="{0049896A-D6FE-4F4E-800C-345AAA5891F9}" dt="2026-03-26T15:25:56.405" v="12599" actId="1038"/>
          <ac:spMkLst>
            <pc:docMk/>
            <pc:sldMk cId="3731903608" sldId="273"/>
            <ac:spMk id="359" creationId="{2ABC48FC-6444-3C9D-C19D-36C32DFAA478}"/>
          </ac:spMkLst>
        </pc:spChg>
        <pc:spChg chg="del">
          <ac:chgData name="FABIO CORGNATI" userId="9bab3dad-1b2f-4009-ad22-214bf0b5f2cd" providerId="ADAL" clId="{0049896A-D6FE-4F4E-800C-345AAA5891F9}" dt="2026-03-26T13:24:24.881" v="9553" actId="478"/>
          <ac:spMkLst>
            <pc:docMk/>
            <pc:sldMk cId="3731903608" sldId="273"/>
            <ac:spMk id="360" creationId="{B8F3F2A5-561B-93D9-D591-D2F21A8AB08D}"/>
          </ac:spMkLst>
        </pc:spChg>
        <pc:spChg chg="add del mod topLv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61" creationId="{AE26068D-F890-25BC-52DB-ED5969EA4D10}"/>
          </ac:spMkLst>
        </pc:spChg>
        <pc:spChg chg="add de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62" creationId="{75B47738-C0A6-6D51-E968-4F841B33F6CC}"/>
          </ac:spMkLst>
        </pc:spChg>
        <pc:spChg chg="del">
          <ac:chgData name="FABIO CORGNATI" userId="9bab3dad-1b2f-4009-ad22-214bf0b5f2cd" providerId="ADAL" clId="{0049896A-D6FE-4F4E-800C-345AAA5891F9}" dt="2026-03-26T09:56:44.773" v="3030" actId="478"/>
          <ac:spMkLst>
            <pc:docMk/>
            <pc:sldMk cId="3731903608" sldId="273"/>
            <ac:spMk id="363" creationId="{3C2D5834-F820-4D44-2F95-F574704D0FE8}"/>
          </ac:spMkLst>
        </pc:spChg>
        <pc:spChg chg="del">
          <ac:chgData name="FABIO CORGNATI" userId="9bab3dad-1b2f-4009-ad22-214bf0b5f2cd" providerId="ADAL" clId="{0049896A-D6FE-4F4E-800C-345AAA5891F9}" dt="2026-03-26T09:56:49.583" v="3032" actId="478"/>
          <ac:spMkLst>
            <pc:docMk/>
            <pc:sldMk cId="3731903608" sldId="273"/>
            <ac:spMk id="364" creationId="{A7EA8ACD-054F-83FD-59CD-2E0E960ECC65}"/>
          </ac:spMkLst>
        </pc:spChg>
        <pc:spChg chg="del">
          <ac:chgData name="FABIO CORGNATI" userId="9bab3dad-1b2f-4009-ad22-214bf0b5f2cd" providerId="ADAL" clId="{0049896A-D6FE-4F4E-800C-345AAA5891F9}" dt="2026-03-26T09:56:33.088" v="3027" actId="21"/>
          <ac:spMkLst>
            <pc:docMk/>
            <pc:sldMk cId="3731903608" sldId="273"/>
            <ac:spMk id="365" creationId="{292DCA80-2C1E-F53C-758E-BF96E4123721}"/>
          </ac:spMkLst>
        </pc:spChg>
        <pc:spChg chg="del">
          <ac:chgData name="FABIO CORGNATI" userId="9bab3dad-1b2f-4009-ad22-214bf0b5f2cd" providerId="ADAL" clId="{0049896A-D6FE-4F4E-800C-345AAA5891F9}" dt="2026-03-26T09:56:46.763" v="3031" actId="478"/>
          <ac:spMkLst>
            <pc:docMk/>
            <pc:sldMk cId="3731903608" sldId="273"/>
            <ac:spMk id="366" creationId="{D4079646-8995-ED6E-6F2A-72B54CF3CC66}"/>
          </ac:spMkLst>
        </pc:spChg>
        <pc:spChg chg="add de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67" creationId="{5CBAF9B7-400E-D238-46C0-56B062D6C66B}"/>
          </ac:spMkLst>
        </pc:spChg>
        <pc:spChg chg="add del mod topLv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68" creationId="{E10F3D72-B488-6AF6-37E0-CC728136445D}"/>
          </ac:spMkLst>
        </pc:spChg>
        <pc:spChg chg="add de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69" creationId="{68AECF94-0DEF-4F35-7E5C-038A21B82B18}"/>
          </ac:spMkLst>
        </pc:spChg>
        <pc:spChg chg="add de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70" creationId="{07C39120-3C82-9F7D-0C75-91B03933C725}"/>
          </ac:spMkLst>
        </pc:spChg>
        <pc:spChg chg="add del">
          <ac:chgData name="FABIO CORGNATI" userId="9bab3dad-1b2f-4009-ad22-214bf0b5f2cd" providerId="ADAL" clId="{0049896A-D6FE-4F4E-800C-345AAA5891F9}" dt="2026-03-26T13:17:29.819" v="9042" actId="478"/>
          <ac:spMkLst>
            <pc:docMk/>
            <pc:sldMk cId="3731903608" sldId="273"/>
            <ac:spMk id="371" creationId="{74896C1D-5A7B-F763-2B46-AE930529D33E}"/>
          </ac:spMkLst>
        </pc:spChg>
        <pc:spChg chg="del mod">
          <ac:chgData name="FABIO CORGNATI" userId="9bab3dad-1b2f-4009-ad22-214bf0b5f2cd" providerId="ADAL" clId="{0049896A-D6FE-4F4E-800C-345AAA5891F9}" dt="2026-03-26T13:17:32.577" v="9043" actId="478"/>
          <ac:spMkLst>
            <pc:docMk/>
            <pc:sldMk cId="3731903608" sldId="273"/>
            <ac:spMk id="372" creationId="{9D146966-0A61-347E-B05B-76CC7BFD789E}"/>
          </ac:spMkLst>
        </pc:spChg>
        <pc:spChg chg="del mod topLvl">
          <ac:chgData name="FABIO CORGNATI" userId="9bab3dad-1b2f-4009-ad22-214bf0b5f2cd" providerId="ADAL" clId="{0049896A-D6FE-4F4E-800C-345AAA5891F9}" dt="2026-03-26T13:17:17.357" v="9039" actId="478"/>
          <ac:spMkLst>
            <pc:docMk/>
            <pc:sldMk cId="3731903608" sldId="273"/>
            <ac:spMk id="373" creationId="{6B0FFEC3-3AC1-EAB2-E1EB-BBEB54B40AA4}"/>
          </ac:spMkLst>
        </pc:spChg>
        <pc:spChg chg="mod topLvl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375" creationId="{5B51833A-EE04-EF61-76EF-AF4BCDA5819B}"/>
          </ac:spMkLst>
        </pc:spChg>
        <pc:spChg chg="mod topLvl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376" creationId="{91747CF1-B1BE-CD14-FCBB-2394E90500B6}"/>
          </ac:spMkLst>
        </pc:spChg>
        <pc:spChg chg="mod topLvl">
          <ac:chgData name="FABIO CORGNATI" userId="9bab3dad-1b2f-4009-ad22-214bf0b5f2cd" providerId="ADAL" clId="{0049896A-D6FE-4F4E-800C-345AAA5891F9}" dt="2026-03-26T11:14:36.601" v="7535" actId="1076"/>
          <ac:spMkLst>
            <pc:docMk/>
            <pc:sldMk cId="3731903608" sldId="273"/>
            <ac:spMk id="377" creationId="{3FBD6333-A3D9-E071-A7DB-82476BD9AF68}"/>
          </ac:spMkLst>
        </pc:spChg>
        <pc:spChg chg="mod topLvl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78" creationId="{123F60A5-7AC0-B8D0-3377-11AB6F9CCBAC}"/>
          </ac:spMkLst>
        </pc:spChg>
        <pc:spChg chg="mod">
          <ac:chgData name="FABIO CORGNATI" userId="9bab3dad-1b2f-4009-ad22-214bf0b5f2cd" providerId="ADAL" clId="{0049896A-D6FE-4F4E-800C-345AAA5891F9}" dt="2026-03-26T15:26:34.313" v="12608" actId="1036"/>
          <ac:spMkLst>
            <pc:docMk/>
            <pc:sldMk cId="3731903608" sldId="273"/>
            <ac:spMk id="379" creationId="{CF556F67-580C-C6F8-A293-4DF6C41FE8FD}"/>
          </ac:spMkLst>
        </pc:spChg>
        <pc:spChg chg="del mod topLvl">
          <ac:chgData name="FABIO CORGNATI" userId="9bab3dad-1b2f-4009-ad22-214bf0b5f2cd" providerId="ADAL" clId="{0049896A-D6FE-4F4E-800C-345AAA5891F9}" dt="2026-03-26T13:31:08.216" v="9926" actId="478"/>
          <ac:spMkLst>
            <pc:docMk/>
            <pc:sldMk cId="3731903608" sldId="273"/>
            <ac:spMk id="380" creationId="{BB2587E5-76A9-260C-A1D8-C4A28918C09C}"/>
          </ac:spMkLst>
        </pc:spChg>
        <pc:spChg chg="del mod topLvl">
          <ac:chgData name="FABIO CORGNATI" userId="9bab3dad-1b2f-4009-ad22-214bf0b5f2cd" providerId="ADAL" clId="{0049896A-D6FE-4F4E-800C-345AAA5891F9}" dt="2026-03-26T13:40:11.166" v="10865" actId="478"/>
          <ac:spMkLst>
            <pc:docMk/>
            <pc:sldMk cId="3731903608" sldId="273"/>
            <ac:spMk id="381" creationId="{CD3783C3-AEAC-3C54-B356-472D930D3BF6}"/>
          </ac:spMkLst>
        </pc:spChg>
        <pc:spChg chg="del mod topLvl">
          <ac:chgData name="FABIO CORGNATI" userId="9bab3dad-1b2f-4009-ad22-214bf0b5f2cd" providerId="ADAL" clId="{0049896A-D6FE-4F4E-800C-345AAA5891F9}" dt="2026-03-26T13:40:12.156" v="10866" actId="478"/>
          <ac:spMkLst>
            <pc:docMk/>
            <pc:sldMk cId="3731903608" sldId="273"/>
            <ac:spMk id="382" creationId="{5D97B28E-D462-5DBC-9864-1F18BC42959B}"/>
          </ac:spMkLst>
        </pc:spChg>
        <pc:spChg chg="del mod topLvl">
          <ac:chgData name="FABIO CORGNATI" userId="9bab3dad-1b2f-4009-ad22-214bf0b5f2cd" providerId="ADAL" clId="{0049896A-D6FE-4F4E-800C-345AAA5891F9}" dt="2026-03-26T13:36:19.370" v="10310"/>
          <ac:spMkLst>
            <pc:docMk/>
            <pc:sldMk cId="3731903608" sldId="273"/>
            <ac:spMk id="383" creationId="{EF8183A6-B2D6-C3EB-49BA-9854068E1A98}"/>
          </ac:spMkLst>
        </pc:spChg>
        <pc:spChg chg="del mod topLvl">
          <ac:chgData name="FABIO CORGNATI" userId="9bab3dad-1b2f-4009-ad22-214bf0b5f2cd" providerId="ADAL" clId="{0049896A-D6FE-4F4E-800C-345AAA5891F9}" dt="2026-03-26T13:38:30.337" v="10672" actId="478"/>
          <ac:spMkLst>
            <pc:docMk/>
            <pc:sldMk cId="3731903608" sldId="273"/>
            <ac:spMk id="384" creationId="{1439D61D-8EFC-5DC3-0C08-8A35852389F0}"/>
          </ac:spMkLst>
        </pc:spChg>
        <pc:spChg chg="del mod topLvl">
          <ac:chgData name="FABIO CORGNATI" userId="9bab3dad-1b2f-4009-ad22-214bf0b5f2cd" providerId="ADAL" clId="{0049896A-D6FE-4F4E-800C-345AAA5891F9}" dt="2026-03-26T13:33:08.142" v="10090" actId="21"/>
          <ac:spMkLst>
            <pc:docMk/>
            <pc:sldMk cId="3731903608" sldId="273"/>
            <ac:spMk id="385" creationId="{E4906BE2-2FFF-C6CA-55AD-5392EF469B40}"/>
          </ac:spMkLst>
        </pc:spChg>
        <pc:spChg chg="del mod">
          <ac:chgData name="FABIO CORGNATI" userId="9bab3dad-1b2f-4009-ad22-214bf0b5f2cd" providerId="ADAL" clId="{0049896A-D6FE-4F4E-800C-345AAA5891F9}" dt="2026-03-26T11:30:55.471" v="8443" actId="478"/>
          <ac:spMkLst>
            <pc:docMk/>
            <pc:sldMk cId="3731903608" sldId="273"/>
            <ac:spMk id="386" creationId="{6D89934E-F2BB-15C3-46DE-6FEE567F5223}"/>
          </ac:spMkLst>
        </pc:spChg>
        <pc:spChg chg="del">
          <ac:chgData name="FABIO CORGNATI" userId="9bab3dad-1b2f-4009-ad22-214bf0b5f2cd" providerId="ADAL" clId="{0049896A-D6FE-4F4E-800C-345AAA5891F9}" dt="2026-03-26T09:53:17.527" v="2949" actId="478"/>
          <ac:spMkLst>
            <pc:docMk/>
            <pc:sldMk cId="3731903608" sldId="273"/>
            <ac:spMk id="387" creationId="{07798EE1-2AAE-C79D-B496-3C163D615C65}"/>
          </ac:spMkLst>
        </pc:spChg>
        <pc:spChg chg="add del mod">
          <ac:chgData name="FABIO CORGNATI" userId="9bab3dad-1b2f-4009-ad22-214bf0b5f2cd" providerId="ADAL" clId="{0049896A-D6FE-4F4E-800C-345AAA5891F9}" dt="2026-03-26T15:26:24.137" v="12605" actId="1035"/>
          <ac:spMkLst>
            <pc:docMk/>
            <pc:sldMk cId="3731903608" sldId="273"/>
            <ac:spMk id="388" creationId="{292DCA80-2C1E-F53C-758E-BF96E4123721}"/>
          </ac:spMkLst>
        </pc:spChg>
        <pc:spChg chg="add mod">
          <ac:chgData name="FABIO CORGNATI" userId="9bab3dad-1b2f-4009-ad22-214bf0b5f2cd" providerId="ADAL" clId="{0049896A-D6FE-4F4E-800C-345AAA5891F9}" dt="2026-03-26T10:04:33.488" v="3287" actId="1076"/>
          <ac:spMkLst>
            <pc:docMk/>
            <pc:sldMk cId="3731903608" sldId="273"/>
            <ac:spMk id="389" creationId="{41E63E28-8069-C915-5173-450D85E14543}"/>
          </ac:spMkLst>
        </pc:spChg>
        <pc:spChg chg="add mod">
          <ac:chgData name="FABIO CORGNATI" userId="9bab3dad-1b2f-4009-ad22-214bf0b5f2cd" providerId="ADAL" clId="{0049896A-D6FE-4F4E-800C-345AAA5891F9}" dt="2026-03-26T10:11:11.490" v="3634" actId="1037"/>
          <ac:spMkLst>
            <pc:docMk/>
            <pc:sldMk cId="3731903608" sldId="273"/>
            <ac:spMk id="390" creationId="{CFA1479F-BA4F-3FCE-0534-764940AE92B2}"/>
          </ac:spMkLst>
        </pc:spChg>
        <pc:spChg chg="add mod">
          <ac:chgData name="FABIO CORGNATI" userId="9bab3dad-1b2f-4009-ad22-214bf0b5f2cd" providerId="ADAL" clId="{0049896A-D6FE-4F4E-800C-345AAA5891F9}" dt="2026-03-26T10:11:06.443" v="3632" actId="1035"/>
          <ac:spMkLst>
            <pc:docMk/>
            <pc:sldMk cId="3731903608" sldId="273"/>
            <ac:spMk id="391" creationId="{809F0EE7-A7C5-4DE3-84AB-C31EBD206B96}"/>
          </ac:spMkLst>
        </pc:spChg>
        <pc:spChg chg="add mod">
          <ac:chgData name="FABIO CORGNATI" userId="9bab3dad-1b2f-4009-ad22-214bf0b5f2cd" providerId="ADAL" clId="{0049896A-D6FE-4F4E-800C-345AAA5891F9}" dt="2026-03-26T10:11:01.390" v="3631" actId="1035"/>
          <ac:spMkLst>
            <pc:docMk/>
            <pc:sldMk cId="3731903608" sldId="273"/>
            <ac:spMk id="392" creationId="{CC94DD50-1CFE-5EC2-A72C-9DC0E6C3524F}"/>
          </ac:spMkLst>
        </pc:spChg>
        <pc:spChg chg="add mod">
          <ac:chgData name="FABIO CORGNATI" userId="9bab3dad-1b2f-4009-ad22-214bf0b5f2cd" providerId="ADAL" clId="{0049896A-D6FE-4F4E-800C-345AAA5891F9}" dt="2026-03-26T10:09:51.217" v="3616" actId="1076"/>
          <ac:spMkLst>
            <pc:docMk/>
            <pc:sldMk cId="3731903608" sldId="273"/>
            <ac:spMk id="393" creationId="{1A219E47-4046-1BAF-6178-75FAB690C50E}"/>
          </ac:spMkLst>
        </pc:spChg>
        <pc:spChg chg="add mod">
          <ac:chgData name="FABIO CORGNATI" userId="9bab3dad-1b2f-4009-ad22-214bf0b5f2cd" providerId="ADAL" clId="{0049896A-D6FE-4F4E-800C-345AAA5891F9}" dt="2026-03-26T10:12:13.172" v="3645" actId="1038"/>
          <ac:spMkLst>
            <pc:docMk/>
            <pc:sldMk cId="3731903608" sldId="273"/>
            <ac:spMk id="394" creationId="{100E873F-1B44-6086-CCF4-0CD1B5FEE48A}"/>
          </ac:spMkLst>
        </pc:spChg>
        <pc:spChg chg="add mod">
          <ac:chgData name="FABIO CORGNATI" userId="9bab3dad-1b2f-4009-ad22-214bf0b5f2cd" providerId="ADAL" clId="{0049896A-D6FE-4F4E-800C-345AAA5891F9}" dt="2026-03-26T10:11:19.021" v="3638" actId="1035"/>
          <ac:spMkLst>
            <pc:docMk/>
            <pc:sldMk cId="3731903608" sldId="273"/>
            <ac:spMk id="395" creationId="{4686A36C-183E-9DD6-C492-9473F0EFDAB0}"/>
          </ac:spMkLst>
        </pc:spChg>
        <pc:spChg chg="add mod">
          <ac:chgData name="FABIO CORGNATI" userId="9bab3dad-1b2f-4009-ad22-214bf0b5f2cd" providerId="ADAL" clId="{0049896A-D6FE-4F4E-800C-345AAA5891F9}" dt="2026-03-26T10:11:22.059" v="3639" actId="1038"/>
          <ac:spMkLst>
            <pc:docMk/>
            <pc:sldMk cId="3731903608" sldId="273"/>
            <ac:spMk id="396" creationId="{DC6AEE6F-CE33-E4D1-A6B4-B17BAA16C921}"/>
          </ac:spMkLst>
        </pc:spChg>
        <pc:spChg chg="add del mod">
          <ac:chgData name="FABIO CORGNATI" userId="9bab3dad-1b2f-4009-ad22-214bf0b5f2cd" providerId="ADAL" clId="{0049896A-D6FE-4F4E-800C-345AAA5891F9}" dt="2026-03-26T10:12:41.570" v="3650" actId="478"/>
          <ac:spMkLst>
            <pc:docMk/>
            <pc:sldMk cId="3731903608" sldId="273"/>
            <ac:spMk id="397" creationId="{7F1555FE-6054-349F-2685-6B837B0999E0}"/>
          </ac:spMkLst>
        </pc:spChg>
        <pc:spChg chg="add mod">
          <ac:chgData name="FABIO CORGNATI" userId="9bab3dad-1b2f-4009-ad22-214bf0b5f2cd" providerId="ADAL" clId="{0049896A-D6FE-4F4E-800C-345AAA5891F9}" dt="2026-03-26T13:43:39.993" v="10914" actId="1076"/>
          <ac:spMkLst>
            <pc:docMk/>
            <pc:sldMk cId="3731903608" sldId="273"/>
            <ac:spMk id="398" creationId="{AA934121-F8A1-25B9-D408-2DFA1DBA9782}"/>
          </ac:spMkLst>
        </pc:spChg>
        <pc:spChg chg="add mod">
          <ac:chgData name="FABIO CORGNATI" userId="9bab3dad-1b2f-4009-ad22-214bf0b5f2cd" providerId="ADAL" clId="{0049896A-D6FE-4F4E-800C-345AAA5891F9}" dt="2026-03-26T10:27:40.669" v="4585" actId="1076"/>
          <ac:spMkLst>
            <pc:docMk/>
            <pc:sldMk cId="3731903608" sldId="273"/>
            <ac:spMk id="399" creationId="{81A4C0B9-D61C-6E24-60CF-947AC7B2E046}"/>
          </ac:spMkLst>
        </pc:spChg>
        <pc:grpChg chg="del">
          <ac:chgData name="FABIO CORGNATI" userId="9bab3dad-1b2f-4009-ad22-214bf0b5f2cd" providerId="ADAL" clId="{0049896A-D6FE-4F4E-800C-345AAA5891F9}" dt="2026-03-26T09:49:53.002" v="2917" actId="478"/>
          <ac:grpSpMkLst>
            <pc:docMk/>
            <pc:sldMk cId="3731903608" sldId="273"/>
            <ac:grpSpMk id="106" creationId="{65603176-237C-6E3A-1C17-931F2EE62331}"/>
          </ac:grpSpMkLst>
        </pc:grpChg>
        <pc:grpChg chg="del">
          <ac:chgData name="FABIO CORGNATI" userId="9bab3dad-1b2f-4009-ad22-214bf0b5f2cd" providerId="ADAL" clId="{0049896A-D6FE-4F4E-800C-345AAA5891F9}" dt="2026-03-26T09:49:49.882" v="2916" actId="478"/>
          <ac:grpSpMkLst>
            <pc:docMk/>
            <pc:sldMk cId="3731903608" sldId="273"/>
            <ac:grpSpMk id="168" creationId="{3FFBB530-7C17-13D7-19FD-9E18D59AF729}"/>
          </ac:grpSpMkLst>
        </pc:grpChg>
        <pc:grpChg chg="del mod">
          <ac:chgData name="FABIO CORGNATI" userId="9bab3dad-1b2f-4009-ad22-214bf0b5f2cd" providerId="ADAL" clId="{0049896A-D6FE-4F4E-800C-345AAA5891F9}" dt="2026-03-26T10:01:19.583" v="3142" actId="165"/>
          <ac:grpSpMkLst>
            <pc:docMk/>
            <pc:sldMk cId="3731903608" sldId="273"/>
            <ac:grpSpMk id="302" creationId="{C07E667F-E49E-C0B5-C078-2B5B00935BAC}"/>
          </ac:grpSpMkLst>
        </pc:grpChg>
        <pc:picChg chg="del">
          <ac:chgData name="FABIO CORGNATI" userId="9bab3dad-1b2f-4009-ad22-214bf0b5f2cd" providerId="ADAL" clId="{0049896A-D6FE-4F4E-800C-345AAA5891F9}" dt="2026-03-26T09:46:48.276" v="2904" actId="478"/>
          <ac:picMkLst>
            <pc:docMk/>
            <pc:sldMk cId="3731903608" sldId="273"/>
            <ac:picMk id="4" creationId="{FEEFED4F-34B0-E1E6-262A-3510318689EF}"/>
          </ac:picMkLst>
        </pc:picChg>
        <pc:picChg chg="mod">
          <ac:chgData name="FABIO CORGNATI" userId="9bab3dad-1b2f-4009-ad22-214bf0b5f2cd" providerId="ADAL" clId="{0049896A-D6FE-4F4E-800C-345AAA5891F9}" dt="2026-03-26T09:49:38.225" v="2914" actId="1076"/>
          <ac:picMkLst>
            <pc:docMk/>
            <pc:sldMk cId="3731903608" sldId="273"/>
            <ac:picMk id="57" creationId="{785B2AE2-6CCC-30D6-B97F-B73F5BFDF0E3}"/>
          </ac:picMkLst>
        </pc:picChg>
        <pc:picChg chg="mod">
          <ac:chgData name="FABIO CORGNATI" userId="9bab3dad-1b2f-4009-ad22-214bf0b5f2cd" providerId="ADAL" clId="{0049896A-D6FE-4F4E-800C-345AAA5891F9}" dt="2026-03-26T13:24:27.416" v="9555" actId="1076"/>
          <ac:picMkLst>
            <pc:docMk/>
            <pc:sldMk cId="3731903608" sldId="273"/>
            <ac:picMk id="285" creationId="{355CD84F-DADB-3C14-18FC-6FD10012DE78}"/>
          </ac:picMkLst>
        </pc:picChg>
      </pc:sldChg>
      <pc:sldChg chg="addSp modSp new del mod">
        <pc:chgData name="FABIO CORGNATI" userId="9bab3dad-1b2f-4009-ad22-214bf0b5f2cd" providerId="ADAL" clId="{0049896A-D6FE-4F4E-800C-345AAA5891F9}" dt="2026-03-26T16:49:42.028" v="12635" actId="47"/>
        <pc:sldMkLst>
          <pc:docMk/>
          <pc:sldMk cId="1308733750" sldId="274"/>
        </pc:sldMkLst>
        <pc:spChg chg="add mod">
          <ac:chgData name="FABIO CORGNATI" userId="9bab3dad-1b2f-4009-ad22-214bf0b5f2cd" providerId="ADAL" clId="{0049896A-D6FE-4F4E-800C-345AAA5891F9}" dt="2026-03-26T14:17:31.653" v="11552" actId="1076"/>
          <ac:spMkLst>
            <pc:docMk/>
            <pc:sldMk cId="1308733750" sldId="274"/>
            <ac:spMk id="2" creationId="{90D7E527-CE60-C014-5DCF-D338C253F485}"/>
          </ac:spMkLst>
        </pc:spChg>
        <pc:spChg chg="add mod">
          <ac:chgData name="FABIO CORGNATI" userId="9bab3dad-1b2f-4009-ad22-214bf0b5f2cd" providerId="ADAL" clId="{0049896A-D6FE-4F4E-800C-345AAA5891F9}" dt="2026-03-26T14:17:27.160" v="11549" actId="164"/>
          <ac:spMkLst>
            <pc:docMk/>
            <pc:sldMk cId="1308733750" sldId="274"/>
            <ac:spMk id="4" creationId="{3EA68C4B-DD64-58AA-F1CB-0E54C33F9691}"/>
          </ac:spMkLst>
        </pc:spChg>
        <pc:spChg chg="add mod">
          <ac:chgData name="FABIO CORGNATI" userId="9bab3dad-1b2f-4009-ad22-214bf0b5f2cd" providerId="ADAL" clId="{0049896A-D6FE-4F4E-800C-345AAA5891F9}" dt="2026-03-26T14:17:27.160" v="11549" actId="164"/>
          <ac:spMkLst>
            <pc:docMk/>
            <pc:sldMk cId="1308733750" sldId="274"/>
            <ac:spMk id="5" creationId="{EF0C9135-6CF7-E60D-858E-AC58202A72CD}"/>
          </ac:spMkLst>
        </pc:spChg>
        <pc:grpChg chg="add mod">
          <ac:chgData name="FABIO CORGNATI" userId="9bab3dad-1b2f-4009-ad22-214bf0b5f2cd" providerId="ADAL" clId="{0049896A-D6FE-4F4E-800C-345AAA5891F9}" dt="2026-03-26T15:13:32.053" v="12459" actId="1076"/>
          <ac:grpSpMkLst>
            <pc:docMk/>
            <pc:sldMk cId="1308733750" sldId="274"/>
            <ac:grpSpMk id="6" creationId="{ECB53B87-D7E4-FF88-2D2C-591857E85001}"/>
          </ac:grpSpMkLst>
        </pc:grpChg>
        <pc:picChg chg="add mod">
          <ac:chgData name="FABIO CORGNATI" userId="9bab3dad-1b2f-4009-ad22-214bf0b5f2cd" providerId="ADAL" clId="{0049896A-D6FE-4F4E-800C-345AAA5891F9}" dt="2026-03-26T14:17:27.160" v="11549" actId="164"/>
          <ac:picMkLst>
            <pc:docMk/>
            <pc:sldMk cId="1308733750" sldId="274"/>
            <ac:picMk id="3" creationId="{2D6CC763-8534-72A5-3230-7F4B6889C290}"/>
          </ac:picMkLst>
        </pc:picChg>
      </pc:sldChg>
    </pc:docChg>
  </pc:docChgLst>
  <pc:docChgLst>
    <pc:chgData name="CIRO FALCIANO" userId="a717142d-32be-4965-accd-d8f49c87a95d" providerId="ADAL" clId="{8596E34D-BB7A-D64E-836F-3D039167F114}"/>
    <pc:docChg chg="undo custSel modSld">
      <pc:chgData name="CIRO FALCIANO" userId="a717142d-32be-4965-accd-d8f49c87a95d" providerId="ADAL" clId="{8596E34D-BB7A-D64E-836F-3D039167F114}" dt="2026-03-26T15:45:50.066" v="24" actId="2085"/>
      <pc:docMkLst>
        <pc:docMk/>
      </pc:docMkLst>
      <pc:sldChg chg="addSp delSp modSp mod">
        <pc:chgData name="CIRO FALCIANO" userId="a717142d-32be-4965-accd-d8f49c87a95d" providerId="ADAL" clId="{8596E34D-BB7A-D64E-836F-3D039167F114}" dt="2026-03-26T15:45:50.066" v="24" actId="2085"/>
        <pc:sldMkLst>
          <pc:docMk/>
          <pc:sldMk cId="1308733750" sldId="274"/>
        </pc:sldMkLst>
        <pc:spChg chg="mod">
          <ac:chgData name="CIRO FALCIANO" userId="a717142d-32be-4965-accd-d8f49c87a95d" providerId="ADAL" clId="{8596E34D-BB7A-D64E-836F-3D039167F114}" dt="2026-03-26T15:42:48.479" v="1"/>
          <ac:spMkLst>
            <pc:docMk/>
            <pc:sldMk cId="1308733750" sldId="274"/>
            <ac:spMk id="2" creationId="{0FCC8161-AD7A-CC63-8B5D-6B855F01A28A}"/>
          </ac:spMkLst>
        </pc:spChg>
        <pc:spChg chg="mod">
          <ac:chgData name="CIRO FALCIANO" userId="a717142d-32be-4965-accd-d8f49c87a95d" providerId="ADAL" clId="{8596E34D-BB7A-D64E-836F-3D039167F114}" dt="2026-03-26T15:42:48.479" v="1"/>
          <ac:spMkLst>
            <pc:docMk/>
            <pc:sldMk cId="1308733750" sldId="274"/>
            <ac:spMk id="3" creationId="{C5090021-AFE8-604F-1D19-752223456388}"/>
          </ac:spMkLst>
        </pc:spChg>
        <pc:spChg chg="mod">
          <ac:chgData name="CIRO FALCIANO" userId="a717142d-32be-4965-accd-d8f49c87a95d" providerId="ADAL" clId="{8596E34D-BB7A-D64E-836F-3D039167F114}" dt="2026-03-26T15:42:48.479" v="1"/>
          <ac:spMkLst>
            <pc:docMk/>
            <pc:sldMk cId="1308733750" sldId="274"/>
            <ac:spMk id="7" creationId="{C26C4C67-1424-C51C-A3E6-8668ACBFA723}"/>
          </ac:spMkLst>
        </pc:spChg>
        <pc:spChg chg="add del mod">
          <ac:chgData name="CIRO FALCIANO" userId="a717142d-32be-4965-accd-d8f49c87a95d" providerId="ADAL" clId="{8596E34D-BB7A-D64E-836F-3D039167F114}" dt="2026-03-26T15:43:58.842" v="11" actId="478"/>
          <ac:spMkLst>
            <pc:docMk/>
            <pc:sldMk cId="1308733750" sldId="274"/>
            <ac:spMk id="9" creationId="{CDCCA416-4826-2163-2660-6F49AB742CC4}"/>
          </ac:spMkLst>
        </pc:spChg>
        <pc:spChg chg="mod">
          <ac:chgData name="CIRO FALCIANO" userId="a717142d-32be-4965-accd-d8f49c87a95d" providerId="ADAL" clId="{8596E34D-BB7A-D64E-836F-3D039167F114}" dt="2026-03-26T15:45:50.066" v="24" actId="2085"/>
          <ac:spMkLst>
            <pc:docMk/>
            <pc:sldMk cId="1308733750" sldId="274"/>
            <ac:spMk id="10" creationId="{060BCF8F-AEB4-ECA7-1261-083420718405}"/>
          </ac:spMkLst>
        </pc:spChg>
        <pc:spChg chg="mod">
          <ac:chgData name="CIRO FALCIANO" userId="a717142d-32be-4965-accd-d8f49c87a95d" providerId="ADAL" clId="{8596E34D-BB7A-D64E-836F-3D039167F114}" dt="2026-03-26T15:42:48.479" v="1"/>
          <ac:spMkLst>
            <pc:docMk/>
            <pc:sldMk cId="1308733750" sldId="274"/>
            <ac:spMk id="11" creationId="{7DD5EB1A-E1AB-2423-A6FD-4AD5DDAEFE35}"/>
          </ac:spMkLst>
        </pc:spChg>
        <pc:spChg chg="mod">
          <ac:chgData name="CIRO FALCIANO" userId="a717142d-32be-4965-accd-d8f49c87a95d" providerId="ADAL" clId="{8596E34D-BB7A-D64E-836F-3D039167F114}" dt="2026-03-26T15:42:48.479" v="1"/>
          <ac:spMkLst>
            <pc:docMk/>
            <pc:sldMk cId="1308733750" sldId="274"/>
            <ac:spMk id="12" creationId="{8F53E874-E978-934D-25D2-3BF7F6A5B22E}"/>
          </ac:spMkLst>
        </pc:spChg>
        <pc:spChg chg="mod">
          <ac:chgData name="CIRO FALCIANO" userId="a717142d-32be-4965-accd-d8f49c87a95d" providerId="ADAL" clId="{8596E34D-BB7A-D64E-836F-3D039167F114}" dt="2026-03-26T15:42:56.052" v="3"/>
          <ac:spMkLst>
            <pc:docMk/>
            <pc:sldMk cId="1308733750" sldId="274"/>
            <ac:spMk id="13" creationId="{7AA8371E-1747-9821-38A6-8C5F9C3E1863}"/>
          </ac:spMkLst>
        </pc:spChg>
        <pc:spChg chg="mod">
          <ac:chgData name="CIRO FALCIANO" userId="a717142d-32be-4965-accd-d8f49c87a95d" providerId="ADAL" clId="{8596E34D-BB7A-D64E-836F-3D039167F114}" dt="2026-03-26T15:42:56.052" v="3"/>
          <ac:spMkLst>
            <pc:docMk/>
            <pc:sldMk cId="1308733750" sldId="274"/>
            <ac:spMk id="15" creationId="{435FA7A8-7954-9598-1679-1D972229BD81}"/>
          </ac:spMkLst>
        </pc:spChg>
        <pc:spChg chg="mod">
          <ac:chgData name="CIRO FALCIANO" userId="a717142d-32be-4965-accd-d8f49c87a95d" providerId="ADAL" clId="{8596E34D-BB7A-D64E-836F-3D039167F114}" dt="2026-03-26T15:42:56.052" v="3"/>
          <ac:spMkLst>
            <pc:docMk/>
            <pc:sldMk cId="1308733750" sldId="274"/>
            <ac:spMk id="16" creationId="{3E087916-4FBF-3C22-3C2C-E0CED31C6575}"/>
          </ac:spMkLst>
        </pc:spChg>
        <pc:spChg chg="mod">
          <ac:chgData name="CIRO FALCIANO" userId="a717142d-32be-4965-accd-d8f49c87a95d" providerId="ADAL" clId="{8596E34D-BB7A-D64E-836F-3D039167F114}" dt="2026-03-26T15:42:56.052" v="3"/>
          <ac:spMkLst>
            <pc:docMk/>
            <pc:sldMk cId="1308733750" sldId="274"/>
            <ac:spMk id="17" creationId="{DE0A982A-DD82-B624-09B4-6A4181386ACB}"/>
          </ac:spMkLst>
        </pc:spChg>
        <pc:spChg chg="mod">
          <ac:chgData name="CIRO FALCIANO" userId="a717142d-32be-4965-accd-d8f49c87a95d" providerId="ADAL" clId="{8596E34D-BB7A-D64E-836F-3D039167F114}" dt="2026-03-26T15:42:56.052" v="3"/>
          <ac:spMkLst>
            <pc:docMk/>
            <pc:sldMk cId="1308733750" sldId="274"/>
            <ac:spMk id="19" creationId="{9EDB6C42-13EB-33F9-5ECB-08B6C888EEE4}"/>
          </ac:spMkLst>
        </pc:spChg>
        <pc:spChg chg="add del">
          <ac:chgData name="CIRO FALCIANO" userId="a717142d-32be-4965-accd-d8f49c87a95d" providerId="ADAL" clId="{8596E34D-BB7A-D64E-836F-3D039167F114}" dt="2026-03-26T15:44:29.105" v="15"/>
          <ac:spMkLst>
            <pc:docMk/>
            <pc:sldMk cId="1308733750" sldId="274"/>
            <ac:spMk id="21" creationId="{03C04193-13AF-A587-183E-E8EC734FFBE8}"/>
          </ac:spMkLst>
        </pc:spChg>
        <pc:spChg chg="mod">
          <ac:chgData name="CIRO FALCIANO" userId="a717142d-32be-4965-accd-d8f49c87a95d" providerId="ADAL" clId="{8596E34D-BB7A-D64E-836F-3D039167F114}" dt="2026-03-26T15:43:43.312" v="5"/>
          <ac:spMkLst>
            <pc:docMk/>
            <pc:sldMk cId="1308733750" sldId="274"/>
            <ac:spMk id="23" creationId="{3D18A4A7-0E44-E4E8-53D2-3461D5C6F801}"/>
          </ac:spMkLst>
        </pc:spChg>
        <pc:spChg chg="mod">
          <ac:chgData name="CIRO FALCIANO" userId="a717142d-32be-4965-accd-d8f49c87a95d" providerId="ADAL" clId="{8596E34D-BB7A-D64E-836F-3D039167F114}" dt="2026-03-26T15:43:51.550" v="7"/>
          <ac:spMkLst>
            <pc:docMk/>
            <pc:sldMk cId="1308733750" sldId="274"/>
            <ac:spMk id="24" creationId="{3C1755DE-B5A6-7109-5E83-B044A5BB22FE}"/>
          </ac:spMkLst>
        </pc:spChg>
        <pc:spChg chg="add del mod">
          <ac:chgData name="CIRO FALCIANO" userId="a717142d-32be-4965-accd-d8f49c87a95d" providerId="ADAL" clId="{8596E34D-BB7A-D64E-836F-3D039167F114}" dt="2026-03-26T15:44:29.105" v="15"/>
          <ac:spMkLst>
            <pc:docMk/>
            <pc:sldMk cId="1308733750" sldId="274"/>
            <ac:spMk id="25" creationId="{96BAF919-E165-2078-FE6C-7DEFED354481}"/>
          </ac:spMkLst>
        </pc:spChg>
        <pc:spChg chg="mod">
          <ac:chgData name="CIRO FALCIANO" userId="a717142d-32be-4965-accd-d8f49c87a95d" providerId="ADAL" clId="{8596E34D-BB7A-D64E-836F-3D039167F114}" dt="2026-03-26T15:44:56.937" v="22" actId="171"/>
          <ac:spMkLst>
            <pc:docMk/>
            <pc:sldMk cId="1308733750" sldId="274"/>
            <ac:spMk id="26" creationId="{B764C28E-A9C0-D49C-B973-17DDE8E7D56B}"/>
          </ac:spMkLst>
        </pc:spChg>
      </pc:sldChg>
    </pc:docChg>
  </pc:docChgLst>
  <pc:docChgLst>
    <pc:chgData name="Ciro Falciano" userId="S::ciro.falciano@emeal.nttdata.com::a717142d-32be-4965-accd-d8f49c87a95d" providerId="AD" clId="Web-{112BC9D0-CB04-B00A-0524-C653B9057D83}"/>
    <pc:docChg chg="modSld">
      <pc:chgData name="Ciro Falciano" userId="S::ciro.falciano@emeal.nttdata.com::a717142d-32be-4965-accd-d8f49c87a95d" providerId="AD" clId="Web-{112BC9D0-CB04-B00A-0524-C653B9057D83}" dt="2026-03-26T15:38:53.642" v="220"/>
      <pc:docMkLst>
        <pc:docMk/>
      </pc:docMkLst>
      <pc:sldChg chg="addSp delSp modSp">
        <pc:chgData name="Ciro Falciano" userId="S::ciro.falciano@emeal.nttdata.com::a717142d-32be-4965-accd-d8f49c87a95d" providerId="AD" clId="Web-{112BC9D0-CB04-B00A-0524-C653B9057D83}" dt="2026-03-26T15:22:14.324" v="155"/>
        <pc:sldMkLst>
          <pc:docMk/>
          <pc:sldMk cId="0" sldId="256"/>
        </pc:sldMkLst>
        <pc:spChg chg="add del mod">
          <ac:chgData name="Ciro Falciano" userId="S::ciro.falciano@emeal.nttdata.com::a717142d-32be-4965-accd-d8f49c87a95d" providerId="AD" clId="Web-{112BC9D0-CB04-B00A-0524-C653B9057D83}" dt="2026-03-26T15:22:14.324" v="155"/>
          <ac:spMkLst>
            <pc:docMk/>
            <pc:sldMk cId="0" sldId="256"/>
            <ac:spMk id="29" creationId="{6BC1E973-51C2-560A-C8B0-8C083EC1852D}"/>
          </ac:spMkLst>
        </pc:spChg>
      </pc:sldChg>
      <pc:sldChg chg="modSp">
        <pc:chgData name="Ciro Falciano" userId="S::ciro.falciano@emeal.nttdata.com::a717142d-32be-4965-accd-d8f49c87a95d" providerId="AD" clId="Web-{112BC9D0-CB04-B00A-0524-C653B9057D83}" dt="2026-03-26T13:50:57.396" v="28" actId="1076"/>
        <pc:sldMkLst>
          <pc:docMk/>
          <pc:sldMk cId="0" sldId="267"/>
        </pc:sldMkLst>
        <pc:spChg chg="mod">
          <ac:chgData name="Ciro Falciano" userId="S::ciro.falciano@emeal.nttdata.com::a717142d-32be-4965-accd-d8f49c87a95d" providerId="AD" clId="Web-{112BC9D0-CB04-B00A-0524-C653B9057D83}" dt="2026-03-26T13:50:57.396" v="28" actId="1076"/>
          <ac:spMkLst>
            <pc:docMk/>
            <pc:sldMk cId="0" sldId="267"/>
            <ac:spMk id="2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3:50:47.864" v="26" actId="1076"/>
          <ac:spMkLst>
            <pc:docMk/>
            <pc:sldMk cId="0" sldId="267"/>
            <ac:spMk id="28" creationId="{00000000-0000-0000-0000-000000000000}"/>
          </ac:spMkLst>
        </pc:spChg>
      </pc:sldChg>
      <pc:sldChg chg="delSp modSp">
        <pc:chgData name="Ciro Falciano" userId="S::ciro.falciano@emeal.nttdata.com::a717142d-32be-4965-accd-d8f49c87a95d" providerId="AD" clId="Web-{112BC9D0-CB04-B00A-0524-C653B9057D83}" dt="2026-03-26T14:05:28.220" v="70"/>
        <pc:sldMkLst>
          <pc:docMk/>
          <pc:sldMk cId="0" sldId="269"/>
        </pc:sldMkLst>
        <pc:spChg chg="mod">
          <ac:chgData name="Ciro Falciano" userId="S::ciro.falciano@emeal.nttdata.com::a717142d-32be-4965-accd-d8f49c87a95d" providerId="AD" clId="Web-{112BC9D0-CB04-B00A-0524-C653B9057D83}" dt="2026-03-26T14:04:27.042" v="50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105" v="51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151" v="52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198" v="53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245" v="54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308" v="55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339" v="56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386" v="57" actId="1076"/>
          <ac:spMkLst>
            <pc:docMk/>
            <pc:sldMk cId="0" sldId="269"/>
            <ac:spMk id="24" creationId="{00000000-0000-0000-0000-000000000000}"/>
          </ac:spMkLst>
        </pc:spChg>
        <pc:spChg chg="del mod">
          <ac:chgData name="Ciro Falciano" userId="S::ciro.falciano@emeal.nttdata.com::a717142d-32be-4965-accd-d8f49c87a95d" providerId="AD" clId="Web-{112BC9D0-CB04-B00A-0524-C653B9057D83}" dt="2026-03-26T14:05:15.813" v="68"/>
          <ac:spMkLst>
            <pc:docMk/>
            <pc:sldMk cId="0" sldId="269"/>
            <ac:spMk id="3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433" v="58" actId="1076"/>
          <ac:spMkLst>
            <pc:docMk/>
            <pc:sldMk cId="0" sldId="269"/>
            <ac:spMk id="3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464" v="59" actId="1076"/>
          <ac:spMkLst>
            <pc:docMk/>
            <pc:sldMk cId="0" sldId="269"/>
            <ac:spMk id="4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511" v="60" actId="1076"/>
          <ac:spMkLst>
            <pc:docMk/>
            <pc:sldMk cId="0" sldId="269"/>
            <ac:spMk id="4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558" v="61" actId="1076"/>
          <ac:spMkLst>
            <pc:docMk/>
            <pc:sldMk cId="0" sldId="269"/>
            <ac:spMk id="5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605" v="62" actId="1076"/>
          <ac:spMkLst>
            <pc:docMk/>
            <pc:sldMk cId="0" sldId="269"/>
            <ac:spMk id="5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651" v="63" actId="1076"/>
          <ac:spMkLst>
            <pc:docMk/>
            <pc:sldMk cId="0" sldId="269"/>
            <ac:spMk id="58" creationId="{00000000-0000-0000-0000-000000000000}"/>
          </ac:spMkLst>
        </pc:spChg>
        <pc:spChg chg="del mod">
          <ac:chgData name="Ciro Falciano" userId="S::ciro.falciano@emeal.nttdata.com::a717142d-32be-4965-accd-d8f49c87a95d" providerId="AD" clId="Web-{112BC9D0-CB04-B00A-0524-C653B9057D83}" dt="2026-03-26T14:05:28.220" v="70"/>
          <ac:spMkLst>
            <pc:docMk/>
            <pc:sldMk cId="0" sldId="269"/>
            <ac:spMk id="6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698" v="64" actId="1076"/>
          <ac:spMkLst>
            <pc:docMk/>
            <pc:sldMk cId="0" sldId="269"/>
            <ac:spMk id="7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745" v="65" actId="1076"/>
          <ac:spMkLst>
            <pc:docMk/>
            <pc:sldMk cId="0" sldId="269"/>
            <ac:spMk id="7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4:04:27.792" v="66" actId="1076"/>
          <ac:spMkLst>
            <pc:docMk/>
            <pc:sldMk cId="0" sldId="269"/>
            <ac:spMk id="75" creationId="{00000000-0000-0000-0000-000000000000}"/>
          </ac:spMkLst>
        </pc:spChg>
      </pc:sldChg>
      <pc:sldChg chg="addSp">
        <pc:chgData name="Ciro Falciano" userId="S::ciro.falciano@emeal.nttdata.com::a717142d-32be-4965-accd-d8f49c87a95d" providerId="AD" clId="Web-{112BC9D0-CB04-B00A-0524-C653B9057D83}" dt="2026-03-26T14:17:21.476" v="71"/>
        <pc:sldMkLst>
          <pc:docMk/>
          <pc:sldMk cId="0" sldId="272"/>
        </pc:sldMkLst>
        <pc:picChg chg="add">
          <ac:chgData name="Ciro Falciano" userId="S::ciro.falciano@emeal.nttdata.com::a717142d-32be-4965-accd-d8f49c87a95d" providerId="AD" clId="Web-{112BC9D0-CB04-B00A-0524-C653B9057D83}" dt="2026-03-26T14:17:21.476" v="71"/>
          <ac:picMkLst>
            <pc:docMk/>
            <pc:sldMk cId="0" sldId="272"/>
            <ac:picMk id="87" creationId="{9133FDDA-A470-2F20-907D-49B96E79FFA3}"/>
          </ac:picMkLst>
        </pc:picChg>
      </pc:sldChg>
      <pc:sldChg chg="modSp">
        <pc:chgData name="Ciro Falciano" userId="S::ciro.falciano@emeal.nttdata.com::a717142d-32be-4965-accd-d8f49c87a95d" providerId="AD" clId="Web-{112BC9D0-CB04-B00A-0524-C653B9057D83}" dt="2026-03-26T13:45:54.696" v="25" actId="1076"/>
        <pc:sldMkLst>
          <pc:docMk/>
          <pc:sldMk cId="3731903608" sldId="273"/>
        </pc:sldMkLst>
        <pc:spChg chg="mod">
          <ac:chgData name="Ciro Falciano" userId="S::ciro.falciano@emeal.nttdata.com::a717142d-32be-4965-accd-d8f49c87a95d" providerId="AD" clId="Web-{112BC9D0-CB04-B00A-0524-C653B9057D83}" dt="2026-03-26T10:28:11.431" v="15" actId="1076"/>
          <ac:spMkLst>
            <pc:docMk/>
            <pc:sldMk cId="3731903608" sldId="273"/>
            <ac:spMk id="286" creationId="{EA2CF5BB-2BC4-B70A-E589-5135A65E9FC7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8:21.181" v="18" actId="1076"/>
          <ac:spMkLst>
            <pc:docMk/>
            <pc:sldMk cId="3731903608" sldId="273"/>
            <ac:spMk id="301" creationId="{0836A1D7-C86C-9752-6333-D4C77877AE52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06:43.292" v="0" actId="20577"/>
          <ac:spMkLst>
            <pc:docMk/>
            <pc:sldMk cId="3731903608" sldId="273"/>
            <ac:spMk id="303" creationId="{3DA0DA09-D539-A12C-5CF6-84186EBCDA21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7:04.663" v="7" actId="1076"/>
          <ac:spMkLst>
            <pc:docMk/>
            <pc:sldMk cId="3731903608" sldId="273"/>
            <ac:spMk id="305" creationId="{0825703B-EDA6-AE78-D8B7-CB5CC5612023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3:44:03.277" v="24" actId="1076"/>
          <ac:spMkLst>
            <pc:docMk/>
            <pc:sldMk cId="3731903608" sldId="273"/>
            <ac:spMk id="320" creationId="{FA0283B4-E5F2-6027-74F1-0461346322FA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2:54.920" v="5" actId="1076"/>
          <ac:spMkLst>
            <pc:docMk/>
            <pc:sldMk cId="3731903608" sldId="273"/>
            <ac:spMk id="334" creationId="{2CA44C02-B5DF-7276-06C8-D858C457378F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18:09.300" v="2" actId="1076"/>
          <ac:spMkLst>
            <pc:docMk/>
            <pc:sldMk cId="3731903608" sldId="273"/>
            <ac:spMk id="336" creationId="{62FC7576-8A3E-58AD-ABFF-3E409FC0BE45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2:47.592" v="4" actId="1076"/>
          <ac:spMkLst>
            <pc:docMk/>
            <pc:sldMk cId="3731903608" sldId="273"/>
            <ac:spMk id="338" creationId="{44AB6782-21B9-12F6-2853-E8BA4686E48D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8:33.416" v="21" actId="1076"/>
          <ac:spMkLst>
            <pc:docMk/>
            <pc:sldMk cId="3731903608" sldId="273"/>
            <ac:spMk id="340" creationId="{AB4660EA-5161-8621-6FDA-C61A4A5B5FD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8:19.056" v="17" actId="1076"/>
          <ac:spMkLst>
            <pc:docMk/>
            <pc:sldMk cId="3731903608" sldId="273"/>
            <ac:spMk id="341" creationId="{034B13C5-F4BB-2AD4-543D-F65D087E3580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3:45:54.696" v="25" actId="1076"/>
          <ac:spMkLst>
            <pc:docMk/>
            <pc:sldMk cId="3731903608" sldId="273"/>
            <ac:spMk id="377" creationId="{3FBD6333-A3D9-E071-A7DB-82476BD9AF68}"/>
          </ac:spMkLst>
        </pc:spChg>
        <pc:spChg chg="mod">
          <ac:chgData name="Ciro Falciano" userId="S::ciro.falciano@emeal.nttdata.com::a717142d-32be-4965-accd-d8f49c87a95d" providerId="AD" clId="Web-{112BC9D0-CB04-B00A-0524-C653B9057D83}" dt="2026-03-26T10:28:36.385" v="22" actId="1076"/>
          <ac:spMkLst>
            <pc:docMk/>
            <pc:sldMk cId="3731903608" sldId="273"/>
            <ac:spMk id="399" creationId="{81A4C0B9-D61C-6E24-60CF-947AC7B2E046}"/>
          </ac:spMkLst>
        </pc:spChg>
      </pc:sldChg>
      <pc:sldChg chg="addSp delSp modSp">
        <pc:chgData name="Ciro Falciano" userId="S::ciro.falciano@emeal.nttdata.com::a717142d-32be-4965-accd-d8f49c87a95d" providerId="AD" clId="Web-{112BC9D0-CB04-B00A-0524-C653B9057D83}" dt="2026-03-26T15:38:53.642" v="220"/>
        <pc:sldMkLst>
          <pc:docMk/>
          <pc:sldMk cId="1308733750" sldId="274"/>
        </pc:sldMkLst>
        <pc:spChg chg="add del mod">
          <ac:chgData name="Ciro Falciano" userId="S::ciro.falciano@emeal.nttdata.com::a717142d-32be-4965-accd-d8f49c87a95d" providerId="AD" clId="Web-{112BC9D0-CB04-B00A-0524-C653B9057D83}" dt="2026-03-26T15:16:27.929" v="92"/>
          <ac:spMkLst>
            <pc:docMk/>
            <pc:sldMk cId="1308733750" sldId="274"/>
            <ac:spMk id="2" creationId="{90D7E527-CE60-C014-5DCF-D338C253F485}"/>
          </ac:spMkLst>
        </pc:spChg>
        <pc:spChg chg="add mod ord">
          <ac:chgData name="Ciro Falciano" userId="S::ciro.falciano@emeal.nttdata.com::a717142d-32be-4965-accd-d8f49c87a95d" providerId="AD" clId="Web-{112BC9D0-CB04-B00A-0524-C653B9057D83}" dt="2026-03-26T15:34:10.697" v="203"/>
          <ac:spMkLst>
            <pc:docMk/>
            <pc:sldMk cId="1308733750" sldId="274"/>
            <ac:spMk id="9" creationId="{CDCCA416-4826-2163-2660-6F49AB742CC4}"/>
          </ac:spMkLst>
        </pc:spChg>
        <pc:spChg chg="add mod ord">
          <ac:chgData name="Ciro Falciano" userId="S::ciro.falciano@emeal.nttdata.com::a717142d-32be-4965-accd-d8f49c87a95d" providerId="AD" clId="Web-{112BC9D0-CB04-B00A-0524-C653B9057D83}" dt="2026-03-26T15:32:41.460" v="185" actId="1076"/>
          <ac:spMkLst>
            <pc:docMk/>
            <pc:sldMk cId="1308733750" sldId="274"/>
            <ac:spMk id="10" creationId="{060BCF8F-AEB4-ECA7-1261-083420718405}"/>
          </ac:spMkLst>
        </pc:spChg>
        <pc:spChg chg="add del mod">
          <ac:chgData name="Ciro Falciano" userId="S::ciro.falciano@emeal.nttdata.com::a717142d-32be-4965-accd-d8f49c87a95d" providerId="AD" clId="Web-{112BC9D0-CB04-B00A-0524-C653B9057D83}" dt="2026-03-26T15:18:11.150" v="115"/>
          <ac:spMkLst>
            <pc:docMk/>
            <pc:sldMk cId="1308733750" sldId="274"/>
            <ac:spMk id="11" creationId="{B05EA2CA-9939-E17A-3687-B33129BB55F2}"/>
          </ac:spMkLst>
        </pc:spChg>
        <pc:spChg chg="add del mod ord">
          <ac:chgData name="Ciro Falciano" userId="S::ciro.falciano@emeal.nttdata.com::a717142d-32be-4965-accd-d8f49c87a95d" providerId="AD" clId="Web-{112BC9D0-CB04-B00A-0524-C653B9057D83}" dt="2026-03-26T15:19:43.839" v="138"/>
          <ac:spMkLst>
            <pc:docMk/>
            <pc:sldMk cId="1308733750" sldId="274"/>
            <ac:spMk id="12" creationId="{895F3175-4803-B17A-72EC-5F993E8AB5D2}"/>
          </ac:spMkLst>
        </pc:spChg>
        <pc:spChg chg="add del mod ord">
          <ac:chgData name="Ciro Falciano" userId="S::ciro.falciano@emeal.nttdata.com::a717142d-32be-4965-accd-d8f49c87a95d" providerId="AD" clId="Web-{112BC9D0-CB04-B00A-0524-C653B9057D83}" dt="2026-03-26T15:21:30.871" v="152"/>
          <ac:spMkLst>
            <pc:docMk/>
            <pc:sldMk cId="1308733750" sldId="274"/>
            <ac:spMk id="13" creationId="{B8548B81-E53D-35D8-CF47-80FF1FD2DF35}"/>
          </ac:spMkLst>
        </pc:spChg>
        <pc:spChg chg="add del mod">
          <ac:chgData name="Ciro Falciano" userId="S::ciro.falciano@emeal.nttdata.com::a717142d-32be-4965-accd-d8f49c87a95d" providerId="AD" clId="Web-{112BC9D0-CB04-B00A-0524-C653B9057D83}" dt="2026-03-26T15:32:17.771" v="182"/>
          <ac:spMkLst>
            <pc:docMk/>
            <pc:sldMk cId="1308733750" sldId="274"/>
            <ac:spMk id="16" creationId="{F171A44E-8BF1-4C22-5945-EF5B91608521}"/>
          </ac:spMkLst>
        </pc:spChg>
        <pc:spChg chg="add mod">
          <ac:chgData name="Ciro Falciano" userId="S::ciro.falciano@emeal.nttdata.com::a717142d-32be-4965-accd-d8f49c87a95d" providerId="AD" clId="Web-{112BC9D0-CB04-B00A-0524-C653B9057D83}" dt="2026-03-26T15:33:16.555" v="196" actId="1076"/>
          <ac:spMkLst>
            <pc:docMk/>
            <pc:sldMk cId="1308733750" sldId="274"/>
            <ac:spMk id="18" creationId="{C4790606-68EC-EBDF-ADEA-5788216F44E8}"/>
          </ac:spMkLst>
        </pc:spChg>
        <pc:spChg chg="add mod">
          <ac:chgData name="Ciro Falciano" userId="S::ciro.falciano@emeal.nttdata.com::a717142d-32be-4965-accd-d8f49c87a95d" providerId="AD" clId="Web-{112BC9D0-CB04-B00A-0524-C653B9057D83}" dt="2026-03-26T15:34:36.479" v="208" actId="20577"/>
          <ac:spMkLst>
            <pc:docMk/>
            <pc:sldMk cId="1308733750" sldId="274"/>
            <ac:spMk id="20" creationId="{3F7BB52B-B174-7B2B-FFB2-277D90C18B30}"/>
          </ac:spMkLst>
        </pc:spChg>
        <pc:spChg chg="add mod ord">
          <ac:chgData name="Ciro Falciano" userId="S::ciro.falciano@emeal.nttdata.com::a717142d-32be-4965-accd-d8f49c87a95d" providerId="AD" clId="Web-{112BC9D0-CB04-B00A-0524-C653B9057D83}" dt="2026-03-26T15:37:36.766" v="213"/>
          <ac:spMkLst>
            <pc:docMk/>
            <pc:sldMk cId="1308733750" sldId="274"/>
            <ac:spMk id="21" creationId="{03C04193-13AF-A587-183E-E8EC734FFBE8}"/>
          </ac:spMkLst>
        </pc:spChg>
        <pc:spChg chg="add mod">
          <ac:chgData name="Ciro Falciano" userId="S::ciro.falciano@emeal.nttdata.com::a717142d-32be-4965-accd-d8f49c87a95d" providerId="AD" clId="Web-{112BC9D0-CB04-B00A-0524-C653B9057D83}" dt="2026-03-26T15:38:53.642" v="220"/>
          <ac:spMkLst>
            <pc:docMk/>
            <pc:sldMk cId="1308733750" sldId="274"/>
            <ac:spMk id="22" creationId="{B0ACCCD7-F342-F4AD-5A95-2EF50F5761C0}"/>
          </ac:spMkLst>
        </pc:spChg>
        <pc:grpChg chg="mod">
          <ac:chgData name="Ciro Falciano" userId="S::ciro.falciano@emeal.nttdata.com::a717142d-32be-4965-accd-d8f49c87a95d" providerId="AD" clId="Web-{112BC9D0-CB04-B00A-0524-C653B9057D83}" dt="2026-03-26T15:32:41.476" v="186" actId="1076"/>
          <ac:grpSpMkLst>
            <pc:docMk/>
            <pc:sldMk cId="1308733750" sldId="274"/>
            <ac:grpSpMk id="6" creationId="{ECB53B87-D7E4-FF88-2D2C-591857E85001}"/>
          </ac:grpSpMkLst>
        </pc:grpChg>
        <pc:picChg chg="del">
          <ac:chgData name="Ciro Falciano" userId="S::ciro.falciano@emeal.nttdata.com::a717142d-32be-4965-accd-d8f49c87a95d" providerId="AD" clId="Web-{112BC9D0-CB04-B00A-0524-C653B9057D83}" dt="2026-03-26T15:23:20.153" v="161"/>
          <ac:picMkLst>
            <pc:docMk/>
            <pc:sldMk cId="1308733750" sldId="274"/>
            <ac:picMk id="3" creationId="{2D6CC763-8534-72A5-3230-7F4B6889C290}"/>
          </ac:picMkLst>
        </pc:picChg>
        <pc:picChg chg="add mod">
          <ac:chgData name="Ciro Falciano" userId="S::ciro.falciano@emeal.nttdata.com::a717142d-32be-4965-accd-d8f49c87a95d" providerId="AD" clId="Web-{112BC9D0-CB04-B00A-0524-C653B9057D83}" dt="2026-03-26T15:32:41.476" v="187" actId="1076"/>
          <ac:picMkLst>
            <pc:docMk/>
            <pc:sldMk cId="1308733750" sldId="274"/>
            <ac:picMk id="8" creationId="{76FF5053-0744-6C74-A39D-472B8A3D9E55}"/>
          </ac:picMkLst>
        </pc:picChg>
        <pc:picChg chg="add mod">
          <ac:chgData name="Ciro Falciano" userId="S::ciro.falciano@emeal.nttdata.com::a717142d-32be-4965-accd-d8f49c87a95d" providerId="AD" clId="Web-{112BC9D0-CB04-B00A-0524-C653B9057D83}" dt="2026-03-26T15:32:41.491" v="188" actId="1076"/>
          <ac:picMkLst>
            <pc:docMk/>
            <pc:sldMk cId="1308733750" sldId="274"/>
            <ac:picMk id="14" creationId="{8D4ED5C3-F8E6-115F-794B-D3DC8151B05D}"/>
          </ac:picMkLst>
        </pc:picChg>
        <pc:picChg chg="add del mod">
          <ac:chgData name="Ciro Falciano" userId="S::ciro.falciano@emeal.nttdata.com::a717142d-32be-4965-accd-d8f49c87a95d" providerId="AD" clId="Web-{112BC9D0-CB04-B00A-0524-C653B9057D83}" dt="2026-03-26T15:31:32.673" v="176"/>
          <ac:picMkLst>
            <pc:docMk/>
            <pc:sldMk cId="1308733750" sldId="274"/>
            <ac:picMk id="15" creationId="{8BDDD5ED-984C-70DC-33B9-F3E4DE495756}"/>
          </ac:picMkLst>
        </pc:picChg>
      </pc:sldChg>
    </pc:docChg>
  </pc:docChgLst>
  <pc:docChgLst>
    <pc:chgData name="Ciro Falciano" userId="S::ciro.falciano@emeal.nttdata.com::a717142d-32be-4965-accd-d8f49c87a95d" providerId="AD" clId="Web-{DD788D0B-389C-5C58-CB9E-353B1C3C47AA}"/>
    <pc:docChg chg="mod modSld">
      <pc:chgData name="Ciro Falciano" userId="S::ciro.falciano@emeal.nttdata.com::a717142d-32be-4965-accd-d8f49c87a95d" providerId="AD" clId="Web-{DD788D0B-389C-5C58-CB9E-353B1C3C47AA}" dt="2026-03-25T11:05:29.336" v="34"/>
      <pc:docMkLst>
        <pc:docMk/>
      </pc:docMkLst>
      <pc:sldChg chg="modSp">
        <pc:chgData name="Ciro Falciano" userId="S::ciro.falciano@emeal.nttdata.com::a717142d-32be-4965-accd-d8f49c87a95d" providerId="AD" clId="Web-{DD788D0B-389C-5C58-CB9E-353B1C3C47AA}" dt="2026-03-25T10:36:53.252" v="2" actId="20577"/>
        <pc:sldMkLst>
          <pc:docMk/>
          <pc:sldMk cId="0" sldId="257"/>
        </pc:sldMkLst>
        <pc:spChg chg="mod">
          <ac:chgData name="Ciro Falciano" userId="S::ciro.falciano@emeal.nttdata.com::a717142d-32be-4965-accd-d8f49c87a95d" providerId="AD" clId="Web-{DD788D0B-389C-5C58-CB9E-353B1C3C47AA}" dt="2026-03-25T10:36:53.252" v="2" actId="20577"/>
          <ac:spMkLst>
            <pc:docMk/>
            <pc:sldMk cId="0" sldId="257"/>
            <ac:spMk id="32" creationId="{00000000-0000-0000-0000-000000000000}"/>
          </ac:spMkLst>
        </pc:spChg>
      </pc:sldChg>
      <pc:sldChg chg="modSp">
        <pc:chgData name="Ciro Falciano" userId="S::ciro.falciano@emeal.nttdata.com::a717142d-32be-4965-accd-d8f49c87a95d" providerId="AD" clId="Web-{DD788D0B-389C-5C58-CB9E-353B1C3C47AA}" dt="2026-03-25T10:38:21.583" v="4" actId="1076"/>
        <pc:sldMkLst>
          <pc:docMk/>
          <pc:sldMk cId="0" sldId="258"/>
        </pc:sldMkLst>
        <pc:spChg chg="mod">
          <ac:chgData name="Ciro Falciano" userId="S::ciro.falciano@emeal.nttdata.com::a717142d-32be-4965-accd-d8f49c87a95d" providerId="AD" clId="Web-{DD788D0B-389C-5C58-CB9E-353B1C3C47AA}" dt="2026-03-25T10:38:21.552" v="3" actId="1076"/>
          <ac:spMkLst>
            <pc:docMk/>
            <pc:sldMk cId="0" sldId="258"/>
            <ac:spMk id="5" creationId="{00000000-0000-0000-0000-000000000000}"/>
          </ac:spMkLst>
        </pc:spChg>
        <pc:picChg chg="mod">
          <ac:chgData name="Ciro Falciano" userId="S::ciro.falciano@emeal.nttdata.com::a717142d-32be-4965-accd-d8f49c87a95d" providerId="AD" clId="Web-{DD788D0B-389C-5C58-CB9E-353B1C3C47AA}" dt="2026-03-25T10:38:21.583" v="4" actId="1076"/>
          <ac:picMkLst>
            <pc:docMk/>
            <pc:sldMk cId="0" sldId="258"/>
            <ac:picMk id="6" creationId="{00000000-0000-0000-0000-000000000000}"/>
          </ac:picMkLst>
        </pc:picChg>
      </pc:sldChg>
      <pc:sldChg chg="modSp">
        <pc:chgData name="Ciro Falciano" userId="S::ciro.falciano@emeal.nttdata.com::a717142d-32be-4965-accd-d8f49c87a95d" providerId="AD" clId="Web-{DD788D0B-389C-5C58-CB9E-353B1C3C47AA}" dt="2026-03-25T10:45:59.343" v="29" actId="20577"/>
        <pc:sldMkLst>
          <pc:docMk/>
          <pc:sldMk cId="0" sldId="259"/>
        </pc:sldMkLst>
        <pc:spChg chg="mod">
          <ac:chgData name="Ciro Falciano" userId="S::ciro.falciano@emeal.nttdata.com::a717142d-32be-4965-accd-d8f49c87a95d" providerId="AD" clId="Web-{DD788D0B-389C-5C58-CB9E-353B1C3C47AA}" dt="2026-03-25T10:42:22.306" v="25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2:27.041" v="26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837" v="5" actId="107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868" v="6" actId="107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900" v="7" actId="107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915" v="8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947" v="9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962" v="10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6.993" v="11" actId="1076"/>
          <ac:spMkLst>
            <pc:docMk/>
            <pc:sldMk cId="0" sldId="259"/>
            <ac:spMk id="4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009" v="12" actId="1076"/>
          <ac:spMkLst>
            <pc:docMk/>
            <pc:sldMk cId="0" sldId="259"/>
            <ac:spMk id="4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056" v="13" actId="1076"/>
          <ac:spMkLst>
            <pc:docMk/>
            <pc:sldMk cId="0" sldId="259"/>
            <ac:spMk id="4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087" v="14" actId="1076"/>
          <ac:spMkLst>
            <pc:docMk/>
            <pc:sldMk cId="0" sldId="259"/>
            <ac:spMk id="4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118" v="15" actId="1076"/>
          <ac:spMkLst>
            <pc:docMk/>
            <pc:sldMk cId="0" sldId="259"/>
            <ac:spMk id="47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165" v="16" actId="1076"/>
          <ac:spMkLst>
            <pc:docMk/>
            <pc:sldMk cId="0" sldId="259"/>
            <ac:spMk id="48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197" v="17" actId="1076"/>
          <ac:spMkLst>
            <pc:docMk/>
            <pc:sldMk cId="0" sldId="259"/>
            <ac:spMk id="49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228" v="18" actId="1076"/>
          <ac:spMkLst>
            <pc:docMk/>
            <pc:sldMk cId="0" sldId="259"/>
            <ac:spMk id="50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275" v="19" actId="1076"/>
          <ac:spMkLst>
            <pc:docMk/>
            <pc:sldMk cId="0" sldId="259"/>
            <ac:spMk id="51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306" v="20" actId="1076"/>
          <ac:spMkLst>
            <pc:docMk/>
            <pc:sldMk cId="0" sldId="259"/>
            <ac:spMk id="52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353" v="21" actId="1076"/>
          <ac:spMkLst>
            <pc:docMk/>
            <pc:sldMk cId="0" sldId="259"/>
            <ac:spMk id="53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368" v="22" actId="1076"/>
          <ac:spMkLst>
            <pc:docMk/>
            <pc:sldMk cId="0" sldId="259"/>
            <ac:spMk id="54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1:47.400" v="23" actId="1076"/>
          <ac:spMkLst>
            <pc:docMk/>
            <pc:sldMk cId="0" sldId="259"/>
            <ac:spMk id="55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0:45:59.343" v="29" actId="20577"/>
          <ac:spMkLst>
            <pc:docMk/>
            <pc:sldMk cId="0" sldId="259"/>
            <ac:spMk id="56" creationId="{00000000-0000-0000-0000-000000000000}"/>
          </ac:spMkLst>
        </pc:spChg>
      </pc:sldChg>
      <pc:sldChg chg="modSp">
        <pc:chgData name="Ciro Falciano" userId="S::ciro.falciano@emeal.nttdata.com::a717142d-32be-4965-accd-d8f49c87a95d" providerId="AD" clId="Web-{DD788D0B-389C-5C58-CB9E-353B1C3C47AA}" dt="2026-03-25T10:52:22.596" v="30" actId="20577"/>
        <pc:sldMkLst>
          <pc:docMk/>
          <pc:sldMk cId="0" sldId="261"/>
        </pc:sldMkLst>
        <pc:spChg chg="mod">
          <ac:chgData name="Ciro Falciano" userId="S::ciro.falciano@emeal.nttdata.com::a717142d-32be-4965-accd-d8f49c87a95d" providerId="AD" clId="Web-{DD788D0B-389C-5C58-CB9E-353B1C3C47AA}" dt="2026-03-25T10:52:22.596" v="30" actId="20577"/>
          <ac:spMkLst>
            <pc:docMk/>
            <pc:sldMk cId="0" sldId="261"/>
            <ac:spMk id="21" creationId="{00000000-0000-0000-0000-000000000000}"/>
          </ac:spMkLst>
        </pc:spChg>
      </pc:sldChg>
      <pc:sldChg chg="modSp">
        <pc:chgData name="Ciro Falciano" userId="S::ciro.falciano@emeal.nttdata.com::a717142d-32be-4965-accd-d8f49c87a95d" providerId="AD" clId="Web-{DD788D0B-389C-5C58-CB9E-353B1C3C47AA}" dt="2026-03-25T11:00:49.301" v="33" actId="20577"/>
        <pc:sldMkLst>
          <pc:docMk/>
          <pc:sldMk cId="0" sldId="262"/>
        </pc:sldMkLst>
        <pc:spChg chg="mod">
          <ac:chgData name="Ciro Falciano" userId="S::ciro.falciano@emeal.nttdata.com::a717142d-32be-4965-accd-d8f49c87a95d" providerId="AD" clId="Web-{DD788D0B-389C-5C58-CB9E-353B1C3C47AA}" dt="2026-03-25T11:00:36.582" v="31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Ciro Falciano" userId="S::ciro.falciano@emeal.nttdata.com::a717142d-32be-4965-accd-d8f49c87a95d" providerId="AD" clId="Web-{DD788D0B-389C-5C58-CB9E-353B1C3C47AA}" dt="2026-03-25T11:00:49.301" v="33" actId="20577"/>
          <ac:spMkLst>
            <pc:docMk/>
            <pc:sldMk cId="0" sldId="262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73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66598"/>
          </a:xfrm>
          <a:prstGeom prst="rect">
            <a:avLst/>
          </a:prstGeom>
          <a:solidFill>
            <a:srgbClr val="002D7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133502"/>
            <a:ext cx="474482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Definition Template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0" y="666598"/>
            <a:ext cx="12191695" cy="61914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305" y="857707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1305" y="857707"/>
            <a:ext cx="38405" cy="694944"/>
          </a:xfrm>
          <a:prstGeom prst="roundRect">
            <a:avLst>
              <a:gd name="adj" fmla="val 521850"/>
            </a:avLst>
          </a:prstGeom>
          <a:solidFill>
            <a:srgbClr val="002D72"/>
          </a:solidFill>
          <a:ln w="12700">
            <a:solidFill>
              <a:srgbClr val="002D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14807" y="952805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002D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ID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514807" y="1128370"/>
            <a:ext cx="1276502" cy="504749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9846" y="1214323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02D7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UC_001</a:t>
            </a:r>
            <a:endParaRPr lang="en-US" sz="900"/>
          </a:p>
        </p:txBody>
      </p:sp>
      <p:sp>
        <p:nvSpPr>
          <p:cNvPr id="12" name="Text 10"/>
          <p:cNvSpPr txBox="1"/>
          <p:nvPr/>
        </p:nvSpPr>
        <p:spPr>
          <a:xfrm>
            <a:off x="1882750" y="952805"/>
            <a:ext cx="24871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 Name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1882750" y="1128370"/>
            <a:ext cx="2391156" cy="504749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968703" y="1214323"/>
            <a:ext cx="23088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{e.g., Automated Req. Parsing}</a:t>
            </a:r>
            <a:endParaRPr lang="en-US" sz="900"/>
          </a:p>
        </p:txBody>
      </p:sp>
      <p:sp>
        <p:nvSpPr>
          <p:cNvPr id="15" name="Text 13"/>
          <p:cNvSpPr txBox="1"/>
          <p:nvPr/>
        </p:nvSpPr>
        <p:spPr>
          <a:xfrm>
            <a:off x="4364431" y="952805"/>
            <a:ext cx="24871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Process Area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4364431" y="1128370"/>
            <a:ext cx="2391156" cy="504749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450385" y="1214323"/>
            <a:ext cx="23088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{e.g., Requirements Management}</a:t>
            </a:r>
            <a:endParaRPr lang="en-US" sz="900"/>
          </a:p>
        </p:txBody>
      </p:sp>
      <p:sp>
        <p:nvSpPr>
          <p:cNvPr id="18" name="Text 16"/>
          <p:cNvSpPr txBox="1"/>
          <p:nvPr/>
        </p:nvSpPr>
        <p:spPr>
          <a:xfrm>
            <a:off x="6847027" y="952805"/>
            <a:ext cx="24871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Characteristics of Inputs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6847027" y="1128370"/>
            <a:ext cx="2391156" cy="504749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32066" y="1214323"/>
            <a:ext cx="24899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{Data format, volume, frequency...}</a:t>
            </a:r>
            <a:endParaRPr lang="en-US" sz="900"/>
          </a:p>
        </p:txBody>
      </p:sp>
      <p:sp>
        <p:nvSpPr>
          <p:cNvPr id="21" name="Text 19"/>
          <p:cNvSpPr txBox="1"/>
          <p:nvPr/>
        </p:nvSpPr>
        <p:spPr>
          <a:xfrm>
            <a:off x="9328709" y="952805"/>
            <a:ext cx="24871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Characteristics of Outputs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9328709" y="1128370"/>
            <a:ext cx="2391156" cy="504749"/>
          </a:xfrm>
          <a:prstGeom prst="roundRect">
            <a:avLst>
              <a:gd name="adj" fmla="val 273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414662" y="1214323"/>
            <a:ext cx="248991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{Report structure, API response...}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81305" y="1657807"/>
            <a:ext cx="5648249" cy="316931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1305" y="1657807"/>
            <a:ext cx="5648249" cy="38405"/>
          </a:xfrm>
          <a:prstGeom prst="roundRect">
            <a:avLst>
              <a:gd name="adj" fmla="val 119796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5605" y="2058314"/>
            <a:ext cx="54196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605" y="1826971"/>
            <a:ext cx="152705" cy="152705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24205" y="1810512"/>
            <a:ext cx="10195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IS Situation</a:t>
            </a:r>
            <a:endParaRPr lang="en-US" sz="900"/>
          </a:p>
        </p:txBody>
      </p:sp>
      <p:sp>
        <p:nvSpPr>
          <p:cNvPr id="29" name="Text 26"/>
          <p:cNvSpPr txBox="1"/>
          <p:nvPr/>
        </p:nvSpPr>
        <p:spPr>
          <a:xfrm>
            <a:off x="495605" y="2177186"/>
            <a:ext cx="5534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Process Description</a:t>
            </a:r>
            <a:endParaRPr lang="en-US" sz="800"/>
          </a:p>
        </p:txBody>
      </p:sp>
      <p:sp>
        <p:nvSpPr>
          <p:cNvPr id="30" name="Shape 27"/>
          <p:cNvSpPr/>
          <p:nvPr/>
        </p:nvSpPr>
        <p:spPr>
          <a:xfrm>
            <a:off x="495605" y="2353666"/>
            <a:ext cx="5419649" cy="116220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80644" y="2439619"/>
            <a:ext cx="539496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{Describe how engineers currently perform this task manually step-by-step...}</a:t>
            </a:r>
            <a:endParaRPr lang="en-US" sz="900"/>
          </a:p>
        </p:txBody>
      </p:sp>
      <p:sp>
        <p:nvSpPr>
          <p:cNvPr id="32" name="Text 29"/>
          <p:cNvSpPr txBox="1"/>
          <p:nvPr/>
        </p:nvSpPr>
        <p:spPr>
          <a:xfrm>
            <a:off x="495605" y="3592601"/>
            <a:ext cx="5534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Process Criticalities and Pain Points</a:t>
            </a:r>
            <a:endParaRPr lang="en-US" sz="800"/>
          </a:p>
        </p:txBody>
      </p:sp>
      <p:sp>
        <p:nvSpPr>
          <p:cNvPr id="33" name="Shape 30"/>
          <p:cNvSpPr/>
          <p:nvPr/>
        </p:nvSpPr>
        <p:spPr>
          <a:xfrm>
            <a:off x="495605" y="3769081"/>
            <a:ext cx="5419649" cy="984884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580644" y="3855034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{High effort, error-prone, lack of traceability, bottlenecks...}</a:t>
            </a:r>
            <a:endParaRPr lang="en-US" sz="900"/>
          </a:p>
        </p:txBody>
      </p:sp>
      <p:sp>
        <p:nvSpPr>
          <p:cNvPr id="35" name="Shape 32"/>
          <p:cNvSpPr/>
          <p:nvPr/>
        </p:nvSpPr>
        <p:spPr>
          <a:xfrm>
            <a:off x="6167628" y="1657807"/>
            <a:ext cx="5648249" cy="3155595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67628" y="1657807"/>
            <a:ext cx="5648249" cy="38405"/>
          </a:xfrm>
          <a:prstGeom prst="roundRect">
            <a:avLst>
              <a:gd name="adj" fmla="val 119796"/>
            </a:avLst>
          </a:prstGeom>
          <a:solidFill>
            <a:srgbClr val="0072CE"/>
          </a:solidFill>
          <a:ln w="12700">
            <a:solidFill>
              <a:srgbClr val="0072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281928" y="2058314"/>
            <a:ext cx="54196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6281928" y="1826971"/>
            <a:ext cx="190195" cy="152705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6548018" y="1810512"/>
            <a:ext cx="192206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007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BE Situation (AI Enabled)</a:t>
            </a:r>
            <a:endParaRPr lang="en-US" sz="900"/>
          </a:p>
        </p:txBody>
      </p:sp>
      <p:sp>
        <p:nvSpPr>
          <p:cNvPr id="40" name="Text 36"/>
          <p:cNvSpPr txBox="1"/>
          <p:nvPr/>
        </p:nvSpPr>
        <p:spPr>
          <a:xfrm>
            <a:off x="6281928" y="2177186"/>
            <a:ext cx="5534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AI/GenAI Application Description</a:t>
            </a:r>
            <a:endParaRPr lang="en-US" sz="800"/>
          </a:p>
        </p:txBody>
      </p:sp>
      <p:sp>
        <p:nvSpPr>
          <p:cNvPr id="41" name="Shape 37"/>
          <p:cNvSpPr/>
          <p:nvPr/>
        </p:nvSpPr>
        <p:spPr>
          <a:xfrm>
            <a:off x="6281928" y="2353666"/>
            <a:ext cx="5419649" cy="1162202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6367882" y="2439619"/>
            <a:ext cx="5600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{Explain how the AI model processes inputs to generate outputs automatically...}</a:t>
            </a:r>
            <a:endParaRPr lang="en-US" sz="900"/>
          </a:p>
        </p:txBody>
      </p:sp>
      <p:sp>
        <p:nvSpPr>
          <p:cNvPr id="43" name="Text 39"/>
          <p:cNvSpPr txBox="1"/>
          <p:nvPr/>
        </p:nvSpPr>
        <p:spPr>
          <a:xfrm>
            <a:off x="6281928" y="3592601"/>
            <a:ext cx="5534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Added Value &amp; Benefits</a:t>
            </a:r>
            <a:endParaRPr lang="en-US" sz="800"/>
          </a:p>
        </p:txBody>
      </p:sp>
      <p:sp>
        <p:nvSpPr>
          <p:cNvPr id="44" name="Shape 40"/>
          <p:cNvSpPr/>
          <p:nvPr/>
        </p:nvSpPr>
        <p:spPr>
          <a:xfrm>
            <a:off x="6281928" y="3769081"/>
            <a:ext cx="5419649" cy="962939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6367882" y="3855034"/>
            <a:ext cx="553212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{Quantifiable benefits: -30% effort, +20% quality, cost reduction estimates...}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381305" y="4798771"/>
            <a:ext cx="11430000" cy="1876349"/>
          </a:xfrm>
          <a:prstGeom prst="roundRect">
            <a:avLst>
              <a:gd name="adj" fmla="val 39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3"/>
          <p:cNvSpPr/>
          <p:nvPr/>
        </p:nvSpPr>
        <p:spPr>
          <a:xfrm>
            <a:off x="381305" y="4798771"/>
            <a:ext cx="38405" cy="1876349"/>
          </a:xfrm>
          <a:prstGeom prst="roundRect">
            <a:avLst>
              <a:gd name="adj" fmla="val 19337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533095" y="5141671"/>
            <a:ext cx="111629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932274"/>
            <a:ext cx="152705" cy="152705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761695" y="491307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Commercial Tools Market Analysis</a:t>
            </a:r>
            <a:endParaRPr lang="en-US" sz="1000"/>
          </a:p>
        </p:txBody>
      </p:sp>
      <p:sp>
        <p:nvSpPr>
          <p:cNvPr id="51" name="Text 46"/>
          <p:cNvSpPr txBox="1"/>
          <p:nvPr/>
        </p:nvSpPr>
        <p:spPr>
          <a:xfrm>
            <a:off x="9571939" y="4932274"/>
            <a:ext cx="25676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at least 2 potential market solutions</a:t>
            </a:r>
            <a:endParaRPr lang="en-US" sz="900"/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19234" y="4946904"/>
            <a:ext cx="114300" cy="114300"/>
          </a:xfrm>
          <a:prstGeom prst="rect">
            <a:avLst/>
          </a:prstGeom>
        </p:spPr>
      </p:pic>
      <p:sp>
        <p:nvSpPr>
          <p:cNvPr id="53" name="Shape 47"/>
          <p:cNvSpPr/>
          <p:nvPr/>
        </p:nvSpPr>
        <p:spPr>
          <a:xfrm>
            <a:off x="533095" y="5227625"/>
            <a:ext cx="11162995" cy="629107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 txBox="1"/>
          <p:nvPr/>
        </p:nvSpPr>
        <p:spPr>
          <a:xfrm>
            <a:off x="599846" y="529437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Name</a:t>
            </a:r>
            <a:endParaRPr lang="en-US" sz="800"/>
          </a:p>
        </p:txBody>
      </p:sp>
      <p:sp>
        <p:nvSpPr>
          <p:cNvPr id="55" name="Shape 49"/>
          <p:cNvSpPr/>
          <p:nvPr/>
        </p:nvSpPr>
        <p:spPr>
          <a:xfrm>
            <a:off x="599846" y="5465369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 txBox="1"/>
          <p:nvPr/>
        </p:nvSpPr>
        <p:spPr>
          <a:xfrm>
            <a:off x="685800" y="5551322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{Name}</a:t>
            </a:r>
            <a:endParaRPr lang="en-US" sz="900"/>
          </a:p>
        </p:txBody>
      </p:sp>
      <p:sp>
        <p:nvSpPr>
          <p:cNvPr id="57" name="Text 51"/>
          <p:cNvSpPr txBox="1"/>
          <p:nvPr/>
        </p:nvSpPr>
        <p:spPr>
          <a:xfrm>
            <a:off x="2820924" y="529437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Vendor</a:t>
            </a:r>
            <a:endParaRPr lang="en-US" sz="800"/>
          </a:p>
        </p:txBody>
      </p:sp>
      <p:sp>
        <p:nvSpPr>
          <p:cNvPr id="58" name="Shape 52"/>
          <p:cNvSpPr/>
          <p:nvPr/>
        </p:nvSpPr>
        <p:spPr>
          <a:xfrm>
            <a:off x="2820924" y="5465369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 txBox="1"/>
          <p:nvPr/>
        </p:nvSpPr>
        <p:spPr>
          <a:xfrm>
            <a:off x="2906878" y="5551322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{Vendor}</a:t>
            </a:r>
            <a:endParaRPr lang="en-US" sz="900"/>
          </a:p>
        </p:txBody>
      </p:sp>
      <p:sp>
        <p:nvSpPr>
          <p:cNvPr id="60" name="Text 54"/>
          <p:cNvSpPr txBox="1"/>
          <p:nvPr/>
        </p:nvSpPr>
        <p:spPr>
          <a:xfrm>
            <a:off x="5042002" y="529437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Website</a:t>
            </a:r>
            <a:endParaRPr lang="en-US" sz="800"/>
          </a:p>
        </p:txBody>
      </p:sp>
      <p:sp>
        <p:nvSpPr>
          <p:cNvPr id="61" name="Shape 55"/>
          <p:cNvSpPr/>
          <p:nvPr/>
        </p:nvSpPr>
        <p:spPr>
          <a:xfrm>
            <a:off x="5042002" y="5465369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6"/>
          <p:cNvSpPr txBox="1"/>
          <p:nvPr/>
        </p:nvSpPr>
        <p:spPr>
          <a:xfrm>
            <a:off x="5127955" y="5551322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{URL}</a:t>
            </a:r>
            <a:endParaRPr lang="en-US" sz="900"/>
          </a:p>
        </p:txBody>
      </p:sp>
      <p:sp>
        <p:nvSpPr>
          <p:cNvPr id="63" name="Text 57"/>
          <p:cNvSpPr txBox="1"/>
          <p:nvPr/>
        </p:nvSpPr>
        <p:spPr>
          <a:xfrm>
            <a:off x="7263994" y="529437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Features</a:t>
            </a:r>
            <a:endParaRPr lang="en-US" sz="800"/>
          </a:p>
        </p:txBody>
      </p:sp>
      <p:sp>
        <p:nvSpPr>
          <p:cNvPr id="64" name="Shape 58"/>
          <p:cNvSpPr/>
          <p:nvPr/>
        </p:nvSpPr>
        <p:spPr>
          <a:xfrm>
            <a:off x="7263994" y="5465369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9"/>
          <p:cNvSpPr txBox="1"/>
          <p:nvPr/>
        </p:nvSpPr>
        <p:spPr>
          <a:xfrm>
            <a:off x="7349033" y="5551322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{Key features list}</a:t>
            </a:r>
            <a:endParaRPr lang="en-US" sz="900"/>
          </a:p>
        </p:txBody>
      </p:sp>
      <p:sp>
        <p:nvSpPr>
          <p:cNvPr id="66" name="Text 60"/>
          <p:cNvSpPr txBox="1"/>
          <p:nvPr/>
        </p:nvSpPr>
        <p:spPr>
          <a:xfrm>
            <a:off x="9485071" y="529437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Performances &amp; KPIs</a:t>
            </a:r>
            <a:endParaRPr lang="en-US" sz="800"/>
          </a:p>
        </p:txBody>
      </p:sp>
      <p:sp>
        <p:nvSpPr>
          <p:cNvPr id="67" name="Shape 61"/>
          <p:cNvSpPr/>
          <p:nvPr/>
        </p:nvSpPr>
        <p:spPr>
          <a:xfrm>
            <a:off x="9485071" y="5465369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 txBox="1"/>
          <p:nvPr/>
        </p:nvSpPr>
        <p:spPr>
          <a:xfrm>
            <a:off x="9571025" y="5551322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{Accuracy, Speed...}</a:t>
            </a:r>
            <a:endParaRPr lang="en-US" sz="900"/>
          </a:p>
        </p:txBody>
      </p:sp>
      <p:sp>
        <p:nvSpPr>
          <p:cNvPr id="69" name="Shape 63"/>
          <p:cNvSpPr/>
          <p:nvPr/>
        </p:nvSpPr>
        <p:spPr>
          <a:xfrm>
            <a:off x="533095" y="5928055"/>
            <a:ext cx="11162995" cy="629107"/>
          </a:xfrm>
          <a:prstGeom prst="roundRect">
            <a:avLst>
              <a:gd name="adj" fmla="val 1761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 txBox="1"/>
          <p:nvPr/>
        </p:nvSpPr>
        <p:spPr>
          <a:xfrm>
            <a:off x="599846" y="599480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Name</a:t>
            </a:r>
            <a:endParaRPr lang="en-US" sz="800"/>
          </a:p>
        </p:txBody>
      </p:sp>
      <p:sp>
        <p:nvSpPr>
          <p:cNvPr id="71" name="Shape 65"/>
          <p:cNvSpPr/>
          <p:nvPr/>
        </p:nvSpPr>
        <p:spPr>
          <a:xfrm>
            <a:off x="599846" y="6166714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 txBox="1"/>
          <p:nvPr/>
        </p:nvSpPr>
        <p:spPr>
          <a:xfrm>
            <a:off x="685800" y="625266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{Name}</a:t>
            </a:r>
            <a:endParaRPr lang="en-US" sz="900"/>
          </a:p>
        </p:txBody>
      </p:sp>
      <p:sp>
        <p:nvSpPr>
          <p:cNvPr id="73" name="Text 67"/>
          <p:cNvSpPr txBox="1"/>
          <p:nvPr/>
        </p:nvSpPr>
        <p:spPr>
          <a:xfrm>
            <a:off x="2820924" y="599480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Vendor</a:t>
            </a:r>
            <a:endParaRPr lang="en-US" sz="800"/>
          </a:p>
        </p:txBody>
      </p:sp>
      <p:sp>
        <p:nvSpPr>
          <p:cNvPr id="74" name="Shape 68"/>
          <p:cNvSpPr/>
          <p:nvPr/>
        </p:nvSpPr>
        <p:spPr>
          <a:xfrm>
            <a:off x="2820924" y="6166714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9"/>
          <p:cNvSpPr txBox="1"/>
          <p:nvPr/>
        </p:nvSpPr>
        <p:spPr>
          <a:xfrm>
            <a:off x="2906878" y="625266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{Vendor}</a:t>
            </a:r>
            <a:endParaRPr lang="en-US" sz="900"/>
          </a:p>
        </p:txBody>
      </p:sp>
      <p:sp>
        <p:nvSpPr>
          <p:cNvPr id="76" name="Text 70"/>
          <p:cNvSpPr txBox="1"/>
          <p:nvPr/>
        </p:nvSpPr>
        <p:spPr>
          <a:xfrm>
            <a:off x="5042002" y="599480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 Website</a:t>
            </a:r>
            <a:endParaRPr lang="en-US" sz="800"/>
          </a:p>
        </p:txBody>
      </p:sp>
      <p:sp>
        <p:nvSpPr>
          <p:cNvPr id="77" name="Shape 71"/>
          <p:cNvSpPr/>
          <p:nvPr/>
        </p:nvSpPr>
        <p:spPr>
          <a:xfrm>
            <a:off x="5042002" y="6166714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2"/>
          <p:cNvSpPr txBox="1"/>
          <p:nvPr/>
        </p:nvSpPr>
        <p:spPr>
          <a:xfrm>
            <a:off x="5127955" y="625266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{URL}</a:t>
            </a:r>
            <a:endParaRPr lang="en-US" sz="900"/>
          </a:p>
        </p:txBody>
      </p:sp>
      <p:sp>
        <p:nvSpPr>
          <p:cNvPr id="79" name="Text 73"/>
          <p:cNvSpPr txBox="1"/>
          <p:nvPr/>
        </p:nvSpPr>
        <p:spPr>
          <a:xfrm>
            <a:off x="7263994" y="599480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Features</a:t>
            </a:r>
            <a:endParaRPr lang="en-US" sz="800"/>
          </a:p>
        </p:txBody>
      </p:sp>
      <p:sp>
        <p:nvSpPr>
          <p:cNvPr id="80" name="Shape 74"/>
          <p:cNvSpPr/>
          <p:nvPr/>
        </p:nvSpPr>
        <p:spPr>
          <a:xfrm>
            <a:off x="7263994" y="6166714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5"/>
          <p:cNvSpPr txBox="1"/>
          <p:nvPr/>
        </p:nvSpPr>
        <p:spPr>
          <a:xfrm>
            <a:off x="7349033" y="625266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{Key features list}</a:t>
            </a:r>
            <a:endParaRPr lang="en-US" sz="900"/>
          </a:p>
        </p:txBody>
      </p:sp>
      <p:sp>
        <p:nvSpPr>
          <p:cNvPr id="82" name="Text 76"/>
          <p:cNvSpPr txBox="1"/>
          <p:nvPr/>
        </p:nvSpPr>
        <p:spPr>
          <a:xfrm>
            <a:off x="9485071" y="5994806"/>
            <a:ext cx="22393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Performances &amp; KPIs</a:t>
            </a:r>
            <a:endParaRPr lang="en-US" sz="800"/>
          </a:p>
        </p:txBody>
      </p:sp>
      <p:sp>
        <p:nvSpPr>
          <p:cNvPr id="83" name="Shape 77"/>
          <p:cNvSpPr/>
          <p:nvPr/>
        </p:nvSpPr>
        <p:spPr>
          <a:xfrm>
            <a:off x="9485071" y="6166714"/>
            <a:ext cx="2152498" cy="495605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8"/>
          <p:cNvSpPr txBox="1"/>
          <p:nvPr/>
        </p:nvSpPr>
        <p:spPr>
          <a:xfrm>
            <a:off x="9571025" y="6252667"/>
            <a:ext cx="2061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{Accuracy, Speed...}</a:t>
            </a:r>
            <a:endParaRPr lang="en-US" sz="900"/>
          </a:p>
        </p:txBody>
      </p:sp>
      <p:pic>
        <p:nvPicPr>
          <p:cNvPr id="85" name="Image 4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pic>
        <p:nvPicPr>
          <p:cNvPr id="87" name="Picture 86" descr="File:Logo Global NTT DATA Future Blue RGB.png - Wikipedia">
            <a:extLst>
              <a:ext uri="{FF2B5EF4-FFF2-40B4-BE49-F238E27FC236}">
                <a16:creationId xmlns:a16="http://schemas.microsoft.com/office/drawing/2014/main" id="{9133FDDA-A470-2F20-907D-49B96E79FF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85961" y="187505"/>
            <a:ext cx="1682339" cy="436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5a3ff76-196b-4d58-87c0-556a7f5090e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A2859BE298B84E9CC328CBCE9FE743" ma:contentTypeVersion="12" ma:contentTypeDescription="Create a new document." ma:contentTypeScope="" ma:versionID="fdcc5588df665a4e4166b9979463a1e1">
  <xsd:schema xmlns:xsd="http://www.w3.org/2001/XMLSchema" xmlns:xs="http://www.w3.org/2001/XMLSchema" xmlns:p="http://schemas.microsoft.com/office/2006/metadata/properties" xmlns:ns2="35a3ff76-196b-4d58-87c0-556a7f5090eb" targetNamespace="http://schemas.microsoft.com/office/2006/metadata/properties" ma:root="true" ma:fieldsID="40adc1c3dce970e84320a56502f8c880" ns2:_="">
    <xsd:import namespace="35a3ff76-196b-4d58-87c0-556a7f5090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3ff76-196b-4d58-87c0-556a7f5090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A71D81-C710-48D8-88AA-87BB5C23C937}">
  <ds:schemaRefs>
    <ds:schemaRef ds:uri="35a3ff76-196b-4d58-87c0-556a7f5090e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E2DCD4D-57D8-4CC0-B55C-8940FF9160FA}">
  <ds:schemaRefs>
    <ds:schemaRef ds:uri="35a3ff76-196b-4d58-87c0-556a7f5090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3A51D9-34B4-48CC-9700-202D788BDD3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Montserrat</vt:lpstr>
      <vt:lpstr>Open Sans</vt:lpstr>
      <vt:lpstr>Office Theme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FABIO CORGNATI</cp:lastModifiedBy>
  <cp:revision>1</cp:revision>
  <dcterms:created xsi:type="dcterms:W3CDTF">2026-03-19T14:06:01Z</dcterms:created>
  <dcterms:modified xsi:type="dcterms:W3CDTF">2026-03-26T16:49:42Z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0x010100DDA2859BE298B84E9CC328CBCE9FE743</vt:lpwstr>
  </property>
  <property fmtid="{D5CDD505-2E9C-101B-9397-08002B2CF9AE}" pid="3" name="CqChecksum">
    <vt:lpwstr>5F642F671EE952E0D107E5C4CAED7C42</vt:lpwstr>
  </property>
  <property fmtid="{D5CDD505-2E9C-101B-9397-08002B2CF9AE}" pid="4" name="CqInformationType">
    <vt:lpwstr>Working Standard</vt:lpwstr>
  </property>
  <property fmtid="{D5CDD505-2E9C-101B-9397-08002B2CF9AE}" pid="5" name="CqVitality">
    <vt:lpwstr/>
  </property>
  <property fmtid="{D5CDD505-2E9C-101B-9397-08002B2CF9AE}" pid="6" name="CqDisclosureRange">
    <vt:lpwstr/>
  </property>
  <property fmtid="{D5CDD505-2E9C-101B-9397-08002B2CF9AE}" pid="7" name="CqDisclosureRangeStamp">
    <vt:lpwstr/>
  </property>
  <property fmtid="{D5CDD505-2E9C-101B-9397-08002B2CF9AE}" pid="8" name="CqDisclosureRangeLimitation">
    <vt:lpwstr/>
  </property>
  <property fmtid="{D5CDD505-2E9C-101B-9397-08002B2CF9AE}" pid="9" name="CqOwner">
    <vt:lpwstr>ECORGNF8A</vt:lpwstr>
  </property>
  <property fmtid="{D5CDD505-2E9C-101B-9397-08002B2CF9AE}" pid="10" name="CqDepartment">
    <vt:lpwstr/>
  </property>
  <property fmtid="{D5CDD505-2E9C-101B-9397-08002B2CF9AE}" pid="11" name="CqCompanyOwner">
    <vt:lpwstr>EBS Romania SA</vt:lpwstr>
  </property>
  <property fmtid="{D5CDD505-2E9C-101B-9397-08002B2CF9AE}" pid="12" name="MediaServiceImageTags">
    <vt:lpwstr/>
  </property>
</Properties>
</file>